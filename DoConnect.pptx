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0"/>
  </p:notesMasterIdLst>
  <p:sldIdLst>
    <p:sldId id="256" r:id="rId2"/>
    <p:sldId id="258" r:id="rId3"/>
    <p:sldId id="320" r:id="rId4"/>
    <p:sldId id="259" r:id="rId5"/>
    <p:sldId id="342" r:id="rId6"/>
    <p:sldId id="348" r:id="rId7"/>
    <p:sldId id="266" r:id="rId8"/>
    <p:sldId id="261" r:id="rId9"/>
    <p:sldId id="303" r:id="rId10"/>
    <p:sldId id="351" r:id="rId11"/>
    <p:sldId id="336" r:id="rId12"/>
    <p:sldId id="340" r:id="rId13"/>
    <p:sldId id="341" r:id="rId14"/>
    <p:sldId id="296" r:id="rId15"/>
    <p:sldId id="321" r:id="rId16"/>
    <p:sldId id="335" r:id="rId17"/>
    <p:sldId id="352" r:id="rId18"/>
    <p:sldId id="346" r:id="rId19"/>
  </p:sldIdLst>
  <p:sldSz cx="9144000" cy="5143500" type="screen16x9"/>
  <p:notesSz cx="6858000" cy="9144000"/>
  <p:embeddedFontLst>
    <p:embeddedFont>
      <p:font typeface="Candal" panose="020B0604020202020204" charset="0"/>
      <p:regular r:id="rId21"/>
    </p:embeddedFont>
    <p:embeddedFont>
      <p:font typeface="Inter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9AA0A6"/>
          </p15:clr>
        </p15:guide>
        <p15:guide id="2" orient="horz" pos="178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C07"/>
    <a:srgbClr val="7D0D0D"/>
    <a:srgbClr val="EE5E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84C454-D3D9-457D-B660-AF39A030E654}">
  <a:tblStyle styleId="{D084C454-D3D9-457D-B660-AF39A030E6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7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95" y="77"/>
      </p:cViewPr>
      <p:guideLst>
        <p:guide pos="2880"/>
        <p:guide orient="horz" pos="17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dff2c4c15b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dff2c4c15b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>
          <a:extLst>
            <a:ext uri="{FF2B5EF4-FFF2-40B4-BE49-F238E27FC236}">
              <a16:creationId xmlns:a16="http://schemas.microsoft.com/office/drawing/2014/main" id="{7252FA0C-DA63-CFEC-D747-EA9C872E2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e0e728dd4b_1_330:notes">
            <a:extLst>
              <a:ext uri="{FF2B5EF4-FFF2-40B4-BE49-F238E27FC236}">
                <a16:creationId xmlns:a16="http://schemas.microsoft.com/office/drawing/2014/main" id="{22A2FAB9-7BF3-7935-032B-F6F8BF3F6C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e0e728dd4b_1_330:notes">
            <a:extLst>
              <a:ext uri="{FF2B5EF4-FFF2-40B4-BE49-F238E27FC236}">
                <a16:creationId xmlns:a16="http://schemas.microsoft.com/office/drawing/2014/main" id="{501A5E8D-1E7E-8706-5647-79168388F9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2874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dff2c4c15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dff2c4c15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9">
          <a:extLst>
            <a:ext uri="{FF2B5EF4-FFF2-40B4-BE49-F238E27FC236}">
              <a16:creationId xmlns:a16="http://schemas.microsoft.com/office/drawing/2014/main" id="{CD01E6BD-A404-105B-5BD5-6C4BE7BC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ge0e728dd4b_1_37321:notes">
            <a:extLst>
              <a:ext uri="{FF2B5EF4-FFF2-40B4-BE49-F238E27FC236}">
                <a16:creationId xmlns:a16="http://schemas.microsoft.com/office/drawing/2014/main" id="{F8929C69-1EDB-A42D-44FB-BDA3F9B73C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1" name="Google Shape;1671;ge0e728dd4b_1_37321:notes">
            <a:extLst>
              <a:ext uri="{FF2B5EF4-FFF2-40B4-BE49-F238E27FC236}">
                <a16:creationId xmlns:a16="http://schemas.microsoft.com/office/drawing/2014/main" id="{CD04476B-F957-5738-022E-0AD3829E21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2456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>
          <a:extLst>
            <a:ext uri="{FF2B5EF4-FFF2-40B4-BE49-F238E27FC236}">
              <a16:creationId xmlns:a16="http://schemas.microsoft.com/office/drawing/2014/main" id="{49B4A350-455B-C8EF-30DF-114FF8426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e0e728dd4b_1_32:notes">
            <a:extLst>
              <a:ext uri="{FF2B5EF4-FFF2-40B4-BE49-F238E27FC236}">
                <a16:creationId xmlns:a16="http://schemas.microsoft.com/office/drawing/2014/main" id="{20EC681F-21BD-A543-B015-ABE74B6DFC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e0e728dd4b_1_32:notes">
            <a:extLst>
              <a:ext uri="{FF2B5EF4-FFF2-40B4-BE49-F238E27FC236}">
                <a16:creationId xmlns:a16="http://schemas.microsoft.com/office/drawing/2014/main" id="{6AC33C77-BF36-C195-EEE7-076DB9A705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56311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e0e728dd4b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e0e728dd4b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ff2c4c15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ff2c4c15b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ge0e728dd4b_1_37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1" name="Google Shape;1711;ge0e728dd4b_1_37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>
          <a:extLst>
            <a:ext uri="{FF2B5EF4-FFF2-40B4-BE49-F238E27FC236}">
              <a16:creationId xmlns:a16="http://schemas.microsoft.com/office/drawing/2014/main" id="{64D07B49-F622-0B5F-7CB7-59714171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e0e728dd4b_1_32:notes">
            <a:extLst>
              <a:ext uri="{FF2B5EF4-FFF2-40B4-BE49-F238E27FC236}">
                <a16:creationId xmlns:a16="http://schemas.microsoft.com/office/drawing/2014/main" id="{5DD9F129-C4E2-110A-EC3B-CA32D7C6A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e0e728dd4b_1_32:notes">
            <a:extLst>
              <a:ext uri="{FF2B5EF4-FFF2-40B4-BE49-F238E27FC236}">
                <a16:creationId xmlns:a16="http://schemas.microsoft.com/office/drawing/2014/main" id="{EC9998A2-97E9-BF29-9BF2-A9B8BFF55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9077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>
          <a:extLst>
            <a:ext uri="{FF2B5EF4-FFF2-40B4-BE49-F238E27FC236}">
              <a16:creationId xmlns:a16="http://schemas.microsoft.com/office/drawing/2014/main" id="{059343DD-4274-BD81-8EE4-21B4738B8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e0e728dd4b_0_253:notes">
            <a:extLst>
              <a:ext uri="{FF2B5EF4-FFF2-40B4-BE49-F238E27FC236}">
                <a16:creationId xmlns:a16="http://schemas.microsoft.com/office/drawing/2014/main" id="{00B95309-9D70-4F75-BE6D-D8C3DB2359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e0e728dd4b_0_253:notes">
            <a:extLst>
              <a:ext uri="{FF2B5EF4-FFF2-40B4-BE49-F238E27FC236}">
                <a16:creationId xmlns:a16="http://schemas.microsoft.com/office/drawing/2014/main" id="{CDCD45BF-BBF0-FA02-2226-630ACCAAB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2927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>
          <a:extLst>
            <a:ext uri="{FF2B5EF4-FFF2-40B4-BE49-F238E27FC236}">
              <a16:creationId xmlns:a16="http://schemas.microsoft.com/office/drawing/2014/main" id="{E444F738-7295-A79C-47A6-E230A35E4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e0e728dd4b_1_32:notes">
            <a:extLst>
              <a:ext uri="{FF2B5EF4-FFF2-40B4-BE49-F238E27FC236}">
                <a16:creationId xmlns:a16="http://schemas.microsoft.com/office/drawing/2014/main" id="{01F11EDA-CDD0-BB58-FC48-6187E16262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e0e728dd4b_1_32:notes">
            <a:extLst>
              <a:ext uri="{FF2B5EF4-FFF2-40B4-BE49-F238E27FC236}">
                <a16:creationId xmlns:a16="http://schemas.microsoft.com/office/drawing/2014/main" id="{B301C41E-5650-39BA-E077-8AD819889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724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>
          <a:extLst>
            <a:ext uri="{FF2B5EF4-FFF2-40B4-BE49-F238E27FC236}">
              <a16:creationId xmlns:a16="http://schemas.microsoft.com/office/drawing/2014/main" id="{C62CBC13-F041-2A02-15AD-A0F60CF8B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e0e728dd4b_1_32:notes">
            <a:extLst>
              <a:ext uri="{FF2B5EF4-FFF2-40B4-BE49-F238E27FC236}">
                <a16:creationId xmlns:a16="http://schemas.microsoft.com/office/drawing/2014/main" id="{67021B02-2BA4-33FA-B02C-77980736D3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e0e728dd4b_1_32:notes">
            <a:extLst>
              <a:ext uri="{FF2B5EF4-FFF2-40B4-BE49-F238E27FC236}">
                <a16:creationId xmlns:a16="http://schemas.microsoft.com/office/drawing/2014/main" id="{D86E3BDA-90D7-D766-2361-919529C8A7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37247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e0e728dd4b_1_37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e0e728dd4b_1_37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D8CE1E7B-0D2C-B422-C8EE-2FA71FF52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e0e728dd4b_0_79:notes">
            <a:extLst>
              <a:ext uri="{FF2B5EF4-FFF2-40B4-BE49-F238E27FC236}">
                <a16:creationId xmlns:a16="http://schemas.microsoft.com/office/drawing/2014/main" id="{2321DD70-851D-C015-1134-0DF6411F60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e0e728dd4b_0_79:notes">
            <a:extLst>
              <a:ext uri="{FF2B5EF4-FFF2-40B4-BE49-F238E27FC236}">
                <a16:creationId xmlns:a16="http://schemas.microsoft.com/office/drawing/2014/main" id="{55FC9C2E-C1F3-F123-FD51-5CC6DDF231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8319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F61F759E-6A97-EA65-18F2-4AF0ACB2E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e0e728dd4b_0_79:notes">
            <a:extLst>
              <a:ext uri="{FF2B5EF4-FFF2-40B4-BE49-F238E27FC236}">
                <a16:creationId xmlns:a16="http://schemas.microsoft.com/office/drawing/2014/main" id="{35CD9618-0533-B2BE-10F2-34DF44B007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e0e728dd4b_0_79:notes">
            <a:extLst>
              <a:ext uri="{FF2B5EF4-FFF2-40B4-BE49-F238E27FC236}">
                <a16:creationId xmlns:a16="http://schemas.microsoft.com/office/drawing/2014/main" id="{8DD1DED5-D7F4-2912-F7B8-7C0CEDC5DA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514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>
          <a:extLst>
            <a:ext uri="{FF2B5EF4-FFF2-40B4-BE49-F238E27FC236}">
              <a16:creationId xmlns:a16="http://schemas.microsoft.com/office/drawing/2014/main" id="{DEDE8FA9-FC52-CE36-96C8-1FF84D15C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e0e728dd4b_0_79:notes">
            <a:extLst>
              <a:ext uri="{FF2B5EF4-FFF2-40B4-BE49-F238E27FC236}">
                <a16:creationId xmlns:a16="http://schemas.microsoft.com/office/drawing/2014/main" id="{F9219A6D-6DC4-7EFB-BEF9-95AF6291A0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e0e728dd4b_0_79:notes">
            <a:extLst>
              <a:ext uri="{FF2B5EF4-FFF2-40B4-BE49-F238E27FC236}">
                <a16:creationId xmlns:a16="http://schemas.microsoft.com/office/drawing/2014/main" id="{E7F01441-56DF-0D1B-24EA-C9EAA980EB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09290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6">
          <a:extLst>
            <a:ext uri="{FF2B5EF4-FFF2-40B4-BE49-F238E27FC236}">
              <a16:creationId xmlns:a16="http://schemas.microsoft.com/office/drawing/2014/main" id="{A857611F-FDA8-1A56-07BB-E31E55E14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ge0e728dd4b_1_37293:notes">
            <a:extLst>
              <a:ext uri="{FF2B5EF4-FFF2-40B4-BE49-F238E27FC236}">
                <a16:creationId xmlns:a16="http://schemas.microsoft.com/office/drawing/2014/main" id="{6A954BE5-6774-C81A-EDD8-459FD1EFC3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e0e728dd4b_1_37293:notes">
            <a:extLst>
              <a:ext uri="{FF2B5EF4-FFF2-40B4-BE49-F238E27FC236}">
                <a16:creationId xmlns:a16="http://schemas.microsoft.com/office/drawing/2014/main" id="{664CCE4C-FD00-E0F9-DCDA-94204BB89C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1695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9225" y="4143375"/>
            <a:ext cx="9153300" cy="1044000"/>
          </a:xfrm>
          <a:prstGeom prst="rect">
            <a:avLst/>
          </a:prstGeom>
          <a:gradFill>
            <a:gsLst>
              <a:gs pos="0">
                <a:srgbClr val="F3F3F3"/>
              </a:gs>
              <a:gs pos="100000">
                <a:srgbClr val="D9D9D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0000" y="540000"/>
            <a:ext cx="5147100" cy="32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20000" y="3967925"/>
            <a:ext cx="7704000" cy="3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948600" y="2303250"/>
            <a:ext cx="3089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948600" y="540000"/>
            <a:ext cx="2706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964700" y="3262500"/>
            <a:ext cx="2593800" cy="6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-9225" y="4143375"/>
            <a:ext cx="9153300" cy="1044000"/>
          </a:xfrm>
          <a:prstGeom prst="rect">
            <a:avLst/>
          </a:prstGeom>
          <a:gradFill>
            <a:gsLst>
              <a:gs pos="0">
                <a:srgbClr val="F3F3F3"/>
              </a:gs>
              <a:gs pos="100000">
                <a:srgbClr val="D9D9D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1568800" y="2973675"/>
            <a:ext cx="22728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272050" y="3582500"/>
            <a:ext cx="28662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5005750" y="2973675"/>
            <a:ext cx="28662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5005750" y="3582500"/>
            <a:ext cx="28662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719950" y="1017725"/>
            <a:ext cx="7704000" cy="7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" name="Google Shape;32;p5"/>
          <p:cNvGrpSpPr/>
          <p:nvPr/>
        </p:nvGrpSpPr>
        <p:grpSpPr>
          <a:xfrm flipH="1">
            <a:off x="8019575" y="542625"/>
            <a:ext cx="404425" cy="411150"/>
            <a:chOff x="5977550" y="602350"/>
            <a:chExt cx="404425" cy="411150"/>
          </a:xfrm>
        </p:grpSpPr>
        <p:sp>
          <p:nvSpPr>
            <p:cNvPr id="33" name="Google Shape;33;p5"/>
            <p:cNvSpPr/>
            <p:nvPr/>
          </p:nvSpPr>
          <p:spPr>
            <a:xfrm>
              <a:off x="6127850" y="8632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5977550" y="7129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6160875" y="6023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gradFill>
          <a:gsLst>
            <a:gs pos="0">
              <a:srgbClr val="83B5CC"/>
            </a:gs>
            <a:gs pos="100000">
              <a:srgbClr val="2C5166"/>
            </a:gs>
          </a:gsLst>
          <a:lin ang="16198662" scaled="0"/>
        </a:gra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720000" y="1652300"/>
            <a:ext cx="5257800" cy="2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/>
          <p:nvPr/>
        </p:nvSpPr>
        <p:spPr>
          <a:xfrm>
            <a:off x="-9225" y="4461125"/>
            <a:ext cx="9153300" cy="726300"/>
          </a:xfrm>
          <a:prstGeom prst="rect">
            <a:avLst/>
          </a:prstGeom>
          <a:gradFill>
            <a:gsLst>
              <a:gs pos="0">
                <a:srgbClr val="F3F3F3"/>
              </a:gs>
              <a:gs pos="100000">
                <a:srgbClr val="D9D9D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7"/>
          <p:cNvSpPr/>
          <p:nvPr/>
        </p:nvSpPr>
        <p:spPr>
          <a:xfrm>
            <a:off x="719950" y="1017725"/>
            <a:ext cx="7704000" cy="7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" name="Google Shape;48;p7"/>
          <p:cNvGrpSpPr/>
          <p:nvPr/>
        </p:nvGrpSpPr>
        <p:grpSpPr>
          <a:xfrm>
            <a:off x="8019575" y="542625"/>
            <a:ext cx="404425" cy="411150"/>
            <a:chOff x="5977550" y="602350"/>
            <a:chExt cx="404425" cy="411150"/>
          </a:xfrm>
        </p:grpSpPr>
        <p:sp>
          <p:nvSpPr>
            <p:cNvPr id="49" name="Google Shape;49;p7"/>
            <p:cNvSpPr/>
            <p:nvPr/>
          </p:nvSpPr>
          <p:spPr>
            <a:xfrm>
              <a:off x="6127850" y="8632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5977550" y="7129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6160875" y="6023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872400" y="540000"/>
            <a:ext cx="4980000" cy="347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8"/>
          <p:cNvSpPr/>
          <p:nvPr/>
        </p:nvSpPr>
        <p:spPr>
          <a:xfrm>
            <a:off x="-9225" y="3934050"/>
            <a:ext cx="9153300" cy="1253100"/>
          </a:xfrm>
          <a:prstGeom prst="rect">
            <a:avLst/>
          </a:prstGeom>
          <a:gradFill>
            <a:gsLst>
              <a:gs pos="0">
                <a:srgbClr val="F3F3F3"/>
              </a:gs>
              <a:gs pos="100000">
                <a:srgbClr val="D9D9D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2" hasCustomPrompt="1"/>
          </p:nvPr>
        </p:nvSpPr>
        <p:spPr>
          <a:xfrm>
            <a:off x="701325" y="1435675"/>
            <a:ext cx="11628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"/>
          </p:nvPr>
        </p:nvSpPr>
        <p:spPr>
          <a:xfrm>
            <a:off x="1916100" y="1237600"/>
            <a:ext cx="24987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3"/>
          </p:nvPr>
        </p:nvSpPr>
        <p:spPr>
          <a:xfrm>
            <a:off x="1916100" y="1624875"/>
            <a:ext cx="2498700" cy="5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4" hasCustomPrompt="1"/>
          </p:nvPr>
        </p:nvSpPr>
        <p:spPr>
          <a:xfrm>
            <a:off x="4567200" y="1435675"/>
            <a:ext cx="14301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5"/>
          </p:nvPr>
        </p:nvSpPr>
        <p:spPr>
          <a:xfrm>
            <a:off x="5915700" y="1237600"/>
            <a:ext cx="24987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6"/>
          </p:nvPr>
        </p:nvSpPr>
        <p:spPr>
          <a:xfrm>
            <a:off x="5915700" y="1624875"/>
            <a:ext cx="2498700" cy="5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7" hasCustomPrompt="1"/>
          </p:nvPr>
        </p:nvSpPr>
        <p:spPr>
          <a:xfrm>
            <a:off x="701325" y="2651300"/>
            <a:ext cx="11628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8"/>
          </p:nvPr>
        </p:nvSpPr>
        <p:spPr>
          <a:xfrm>
            <a:off x="1916100" y="2453225"/>
            <a:ext cx="24987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9"/>
          </p:nvPr>
        </p:nvSpPr>
        <p:spPr>
          <a:xfrm>
            <a:off x="1916100" y="2840500"/>
            <a:ext cx="2498700" cy="5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13" hasCustomPrompt="1"/>
          </p:nvPr>
        </p:nvSpPr>
        <p:spPr>
          <a:xfrm>
            <a:off x="4567200" y="2651300"/>
            <a:ext cx="14301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14"/>
          </p:nvPr>
        </p:nvSpPr>
        <p:spPr>
          <a:xfrm>
            <a:off x="5915700" y="2453225"/>
            <a:ext cx="24987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5"/>
          </p:nvPr>
        </p:nvSpPr>
        <p:spPr>
          <a:xfrm>
            <a:off x="5915700" y="2840500"/>
            <a:ext cx="2498700" cy="5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6" hasCustomPrompt="1"/>
          </p:nvPr>
        </p:nvSpPr>
        <p:spPr>
          <a:xfrm>
            <a:off x="701325" y="3905025"/>
            <a:ext cx="11628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7"/>
          </p:nvPr>
        </p:nvSpPr>
        <p:spPr>
          <a:xfrm>
            <a:off x="1916100" y="3706950"/>
            <a:ext cx="24987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8"/>
          </p:nvPr>
        </p:nvSpPr>
        <p:spPr>
          <a:xfrm>
            <a:off x="1916100" y="4094225"/>
            <a:ext cx="2498700" cy="5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9" hasCustomPrompt="1"/>
          </p:nvPr>
        </p:nvSpPr>
        <p:spPr>
          <a:xfrm>
            <a:off x="4567200" y="3905025"/>
            <a:ext cx="14301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0"/>
          </p:nvPr>
        </p:nvSpPr>
        <p:spPr>
          <a:xfrm>
            <a:off x="5915700" y="3706950"/>
            <a:ext cx="24987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21"/>
          </p:nvPr>
        </p:nvSpPr>
        <p:spPr>
          <a:xfrm>
            <a:off x="5915700" y="4094225"/>
            <a:ext cx="2498700" cy="5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719950" y="1017725"/>
            <a:ext cx="7704000" cy="7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" name="Google Shape;92;p13"/>
          <p:cNvGrpSpPr/>
          <p:nvPr/>
        </p:nvGrpSpPr>
        <p:grpSpPr>
          <a:xfrm flipH="1">
            <a:off x="8019575" y="542625"/>
            <a:ext cx="404425" cy="411150"/>
            <a:chOff x="5977550" y="602350"/>
            <a:chExt cx="404425" cy="411150"/>
          </a:xfrm>
        </p:grpSpPr>
        <p:sp>
          <p:nvSpPr>
            <p:cNvPr id="93" name="Google Shape;93;p13"/>
            <p:cNvSpPr/>
            <p:nvPr/>
          </p:nvSpPr>
          <p:spPr>
            <a:xfrm>
              <a:off x="6127850" y="8632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5977550" y="7129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60875" y="6023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ubTitle" idx="1"/>
          </p:nvPr>
        </p:nvSpPr>
        <p:spPr>
          <a:xfrm>
            <a:off x="5909400" y="2973675"/>
            <a:ext cx="25146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subTitle" idx="2"/>
          </p:nvPr>
        </p:nvSpPr>
        <p:spPr>
          <a:xfrm>
            <a:off x="5909400" y="3582500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subTitle" idx="3"/>
          </p:nvPr>
        </p:nvSpPr>
        <p:spPr>
          <a:xfrm>
            <a:off x="3314700" y="2973675"/>
            <a:ext cx="25146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subTitle" idx="4"/>
          </p:nvPr>
        </p:nvSpPr>
        <p:spPr>
          <a:xfrm>
            <a:off x="3314700" y="3582500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subTitle" idx="5"/>
          </p:nvPr>
        </p:nvSpPr>
        <p:spPr>
          <a:xfrm>
            <a:off x="720000" y="2973675"/>
            <a:ext cx="25146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Candal"/>
              <a:buNone/>
              <a:defRPr sz="2000"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127" name="Google Shape;127;p16"/>
          <p:cNvSpPr txBox="1">
            <a:spLocks noGrp="1"/>
          </p:cNvSpPr>
          <p:nvPr>
            <p:ph type="subTitle" idx="6"/>
          </p:nvPr>
        </p:nvSpPr>
        <p:spPr>
          <a:xfrm>
            <a:off x="720000" y="3582500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719950" y="1017725"/>
            <a:ext cx="7704000" cy="7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16"/>
          <p:cNvGrpSpPr/>
          <p:nvPr/>
        </p:nvGrpSpPr>
        <p:grpSpPr>
          <a:xfrm>
            <a:off x="8019575" y="542625"/>
            <a:ext cx="404425" cy="411150"/>
            <a:chOff x="5977550" y="602350"/>
            <a:chExt cx="404425" cy="411150"/>
          </a:xfrm>
        </p:grpSpPr>
        <p:sp>
          <p:nvSpPr>
            <p:cNvPr id="130" name="Google Shape;130;p16"/>
            <p:cNvSpPr/>
            <p:nvPr/>
          </p:nvSpPr>
          <p:spPr>
            <a:xfrm>
              <a:off x="6127850" y="8632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5977550" y="7129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6160875" y="6023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_AND_TWO_COLUMNS_2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719950" y="1017725"/>
            <a:ext cx="7704000" cy="7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1"/>
          <p:cNvSpPr txBox="1">
            <a:spLocks noGrp="1"/>
          </p:cNvSpPr>
          <p:nvPr>
            <p:ph type="subTitle" idx="1"/>
          </p:nvPr>
        </p:nvSpPr>
        <p:spPr>
          <a:xfrm>
            <a:off x="1124963" y="2208338"/>
            <a:ext cx="2587800" cy="14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183" name="Google Shape;183;p21"/>
          <p:cNvGrpSpPr/>
          <p:nvPr/>
        </p:nvGrpSpPr>
        <p:grpSpPr>
          <a:xfrm>
            <a:off x="8019575" y="542625"/>
            <a:ext cx="404425" cy="411150"/>
            <a:chOff x="5977550" y="602350"/>
            <a:chExt cx="404425" cy="411150"/>
          </a:xfrm>
        </p:grpSpPr>
        <p:sp>
          <p:nvSpPr>
            <p:cNvPr id="184" name="Google Shape;184;p21"/>
            <p:cNvSpPr/>
            <p:nvPr/>
          </p:nvSpPr>
          <p:spPr>
            <a:xfrm>
              <a:off x="6127850" y="8632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5977550" y="7129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1"/>
            <p:cNvSpPr/>
            <p:nvPr/>
          </p:nvSpPr>
          <p:spPr>
            <a:xfrm>
              <a:off x="6160875" y="6023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>
            <a:spLocks noGrp="1"/>
          </p:cNvSpPr>
          <p:nvPr>
            <p:ph type="title"/>
          </p:nvPr>
        </p:nvSpPr>
        <p:spPr>
          <a:xfrm>
            <a:off x="948600" y="2303250"/>
            <a:ext cx="3089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title" idx="2" hasCustomPrompt="1"/>
          </p:nvPr>
        </p:nvSpPr>
        <p:spPr>
          <a:xfrm>
            <a:off x="948600" y="540000"/>
            <a:ext cx="2706600" cy="7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1"/>
          </p:nvPr>
        </p:nvSpPr>
        <p:spPr>
          <a:xfrm>
            <a:off x="964700" y="3414900"/>
            <a:ext cx="2593800" cy="6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4"/>
          <p:cNvSpPr/>
          <p:nvPr/>
        </p:nvSpPr>
        <p:spPr>
          <a:xfrm>
            <a:off x="-9225" y="4143375"/>
            <a:ext cx="9153300" cy="1044000"/>
          </a:xfrm>
          <a:prstGeom prst="rect">
            <a:avLst/>
          </a:prstGeom>
          <a:gradFill>
            <a:gsLst>
              <a:gs pos="0">
                <a:srgbClr val="F3F3F3"/>
              </a:gs>
              <a:gs pos="100000">
                <a:srgbClr val="D9D9D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3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/>
          <p:nvPr/>
        </p:nvSpPr>
        <p:spPr>
          <a:xfrm>
            <a:off x="-9225" y="4143375"/>
            <a:ext cx="9153300" cy="1044000"/>
          </a:xfrm>
          <a:prstGeom prst="rect">
            <a:avLst/>
          </a:prstGeom>
          <a:gradFill>
            <a:gsLst>
              <a:gs pos="0">
                <a:srgbClr val="F3F3F3"/>
              </a:gs>
              <a:gs pos="100000">
                <a:srgbClr val="D9D9D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5"/>
          <p:cNvSpPr txBox="1">
            <a:spLocks noGrp="1"/>
          </p:cNvSpPr>
          <p:nvPr>
            <p:ph type="title"/>
          </p:nvPr>
        </p:nvSpPr>
        <p:spPr>
          <a:xfrm>
            <a:off x="3965925" y="2303250"/>
            <a:ext cx="4160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9" name="Google Shape;209;p25"/>
          <p:cNvSpPr txBox="1">
            <a:spLocks noGrp="1"/>
          </p:cNvSpPr>
          <p:nvPr>
            <p:ph type="title" idx="2" hasCustomPrompt="1"/>
          </p:nvPr>
        </p:nvSpPr>
        <p:spPr>
          <a:xfrm>
            <a:off x="5419175" y="540000"/>
            <a:ext cx="2706600" cy="7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10" name="Google Shape;210;p25"/>
          <p:cNvSpPr txBox="1">
            <a:spLocks noGrp="1"/>
          </p:cNvSpPr>
          <p:nvPr>
            <p:ph type="subTitle" idx="1"/>
          </p:nvPr>
        </p:nvSpPr>
        <p:spPr>
          <a:xfrm>
            <a:off x="5531975" y="3338700"/>
            <a:ext cx="2593800" cy="6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_HEADER_4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>
            <a:spLocks noGrp="1"/>
          </p:cNvSpPr>
          <p:nvPr>
            <p:ph type="title"/>
          </p:nvPr>
        </p:nvSpPr>
        <p:spPr>
          <a:xfrm>
            <a:off x="948600" y="931650"/>
            <a:ext cx="7475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3" name="Google Shape;213;p26"/>
          <p:cNvSpPr txBox="1">
            <a:spLocks noGrp="1"/>
          </p:cNvSpPr>
          <p:nvPr>
            <p:ph type="subTitle" idx="1"/>
          </p:nvPr>
        </p:nvSpPr>
        <p:spPr>
          <a:xfrm>
            <a:off x="964700" y="2043300"/>
            <a:ext cx="2593800" cy="61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6"/>
          <p:cNvSpPr/>
          <p:nvPr/>
        </p:nvSpPr>
        <p:spPr>
          <a:xfrm>
            <a:off x="-9225" y="4143375"/>
            <a:ext cx="9153300" cy="1044000"/>
          </a:xfrm>
          <a:prstGeom prst="rect">
            <a:avLst/>
          </a:prstGeom>
          <a:gradFill>
            <a:gsLst>
              <a:gs pos="0">
                <a:srgbClr val="F3F3F3"/>
              </a:gs>
              <a:gs pos="100000">
                <a:srgbClr val="D9D9D9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6"/>
          <p:cNvSpPr txBox="1">
            <a:spLocks noGrp="1"/>
          </p:cNvSpPr>
          <p:nvPr>
            <p:ph type="title" idx="2" hasCustomPrompt="1"/>
          </p:nvPr>
        </p:nvSpPr>
        <p:spPr>
          <a:xfrm>
            <a:off x="948600" y="2960450"/>
            <a:ext cx="2706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/>
          <p:nvPr/>
        </p:nvSpPr>
        <p:spPr>
          <a:xfrm>
            <a:off x="719950" y="4532700"/>
            <a:ext cx="7704000" cy="7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8"/>
          <p:cNvSpPr/>
          <p:nvPr/>
        </p:nvSpPr>
        <p:spPr>
          <a:xfrm>
            <a:off x="719950" y="542625"/>
            <a:ext cx="7704000" cy="7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TITLE_AND_BODY_2_1">
    <p:bg>
      <p:bgPr>
        <a:gradFill>
          <a:gsLst>
            <a:gs pos="0">
              <a:srgbClr val="83B5CC"/>
            </a:gs>
            <a:gs pos="100000">
              <a:srgbClr val="2C5166"/>
            </a:gs>
          </a:gsLst>
          <a:lin ang="16198662" scaled="0"/>
        </a:gra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/>
          <p:nvPr/>
        </p:nvSpPr>
        <p:spPr>
          <a:xfrm>
            <a:off x="719950" y="1017725"/>
            <a:ext cx="7704000" cy="7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7" name="Google Shape;227;p29"/>
          <p:cNvGrpSpPr/>
          <p:nvPr/>
        </p:nvGrpSpPr>
        <p:grpSpPr>
          <a:xfrm>
            <a:off x="8019575" y="542625"/>
            <a:ext cx="404425" cy="411150"/>
            <a:chOff x="5977550" y="602350"/>
            <a:chExt cx="404425" cy="411150"/>
          </a:xfrm>
        </p:grpSpPr>
        <p:sp>
          <p:nvSpPr>
            <p:cNvPr id="228" name="Google Shape;228;p29"/>
            <p:cNvSpPr/>
            <p:nvPr/>
          </p:nvSpPr>
          <p:spPr>
            <a:xfrm>
              <a:off x="6127850" y="8632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9"/>
            <p:cNvSpPr/>
            <p:nvPr/>
          </p:nvSpPr>
          <p:spPr>
            <a:xfrm>
              <a:off x="5977550" y="7129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9"/>
            <p:cNvSpPr/>
            <p:nvPr/>
          </p:nvSpPr>
          <p:spPr>
            <a:xfrm>
              <a:off x="6160875" y="6023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FD68A"/>
                </a:gs>
                <a:gs pos="100000">
                  <a:srgbClr val="FFBC40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3"/>
            </a:gs>
            <a:gs pos="100000">
              <a:srgbClr val="2C5166"/>
            </a:gs>
          </a:gsLst>
          <a:lin ang="1619866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ndal"/>
              <a:buNone/>
              <a:defRPr sz="3000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ndal"/>
              <a:buNone/>
              <a:defRPr sz="3000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ndal"/>
              <a:buNone/>
              <a:defRPr sz="3000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ndal"/>
              <a:buNone/>
              <a:defRPr sz="3000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ndal"/>
              <a:buNone/>
              <a:defRPr sz="3000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ndal"/>
              <a:buNone/>
              <a:defRPr sz="3000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ndal"/>
              <a:buNone/>
              <a:defRPr sz="3000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ndal"/>
              <a:buNone/>
              <a:defRPr sz="3000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ndal"/>
              <a:buNone/>
              <a:defRPr sz="3000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8" r:id="rId6"/>
    <p:sldLayoutId id="2147483659" r:id="rId7"/>
    <p:sldLayoutId id="2147483662" r:id="rId8"/>
    <p:sldLayoutId id="2147483667" r:id="rId9"/>
    <p:sldLayoutId id="2147483670" r:id="rId10"/>
    <p:sldLayoutId id="2147483671" r:id="rId11"/>
    <p:sldLayoutId id="2147483672" r:id="rId12"/>
    <p:sldLayoutId id="2147483674" r:id="rId13"/>
    <p:sldLayoutId id="2147483675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dk1"/>
            </a:gs>
            <a:gs pos="100000">
              <a:schemeClr val="accent3"/>
            </a:gs>
          </a:gsLst>
          <a:lin ang="5400700" scaled="0"/>
        </a:gra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5050" y="1442150"/>
            <a:ext cx="4288348" cy="428834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2"/>
          <p:cNvSpPr/>
          <p:nvPr/>
        </p:nvSpPr>
        <p:spPr>
          <a:xfrm>
            <a:off x="458700" y="3657600"/>
            <a:ext cx="4113300" cy="102887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32"/>
          <p:cNvSpPr txBox="1">
            <a:spLocks noGrp="1"/>
          </p:cNvSpPr>
          <p:nvPr>
            <p:ph type="ctrTitle"/>
          </p:nvPr>
        </p:nvSpPr>
        <p:spPr>
          <a:xfrm>
            <a:off x="1539399" y="361187"/>
            <a:ext cx="4405126" cy="14500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Do</a:t>
            </a:r>
            <a:r>
              <a:rPr lang="en" dirty="0"/>
              <a:t>Connect</a:t>
            </a:r>
            <a:endParaRPr dirty="0"/>
          </a:p>
        </p:txBody>
      </p:sp>
      <p:sp>
        <p:nvSpPr>
          <p:cNvPr id="242" name="Google Shape;242;p32"/>
          <p:cNvSpPr txBox="1">
            <a:spLocks noGrp="1"/>
          </p:cNvSpPr>
          <p:nvPr>
            <p:ph type="subTitle" idx="1"/>
          </p:nvPr>
        </p:nvSpPr>
        <p:spPr>
          <a:xfrm>
            <a:off x="1425402" y="3925230"/>
            <a:ext cx="2431954" cy="498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rgbClr val="002060"/>
                </a:solidFill>
              </a:rPr>
              <a:t>Name : Abhay Rana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1662013" y="1745288"/>
            <a:ext cx="3995372" cy="7953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32"/>
          <p:cNvSpPr/>
          <p:nvPr/>
        </p:nvSpPr>
        <p:spPr>
          <a:xfrm rot="-261">
            <a:off x="5034500" y="4018925"/>
            <a:ext cx="3957300" cy="760500"/>
          </a:xfrm>
          <a:prstGeom prst="ellipse">
            <a:avLst/>
          </a:prstGeom>
          <a:solidFill>
            <a:srgbClr val="2C5166">
              <a:alpha val="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5" name="Google Shape;24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564428" y="1130880"/>
            <a:ext cx="3579577" cy="3555596"/>
          </a:xfrm>
          <a:prstGeom prst="rect">
            <a:avLst/>
          </a:prstGeom>
          <a:noFill/>
          <a:ln>
            <a:noFill/>
          </a:ln>
          <a:effectLst>
            <a:outerShdw blurRad="71438" dist="28575" dir="5460000" algn="bl" rotWithShape="0">
              <a:srgbClr val="000000">
                <a:alpha val="15000"/>
              </a:srgbClr>
            </a:outerShdw>
          </a:effectLst>
        </p:spPr>
      </p:pic>
      <p:grpSp>
        <p:nvGrpSpPr>
          <p:cNvPr id="246" name="Google Shape;246;p32"/>
          <p:cNvGrpSpPr/>
          <p:nvPr/>
        </p:nvGrpSpPr>
        <p:grpSpPr>
          <a:xfrm>
            <a:off x="5756450" y="429450"/>
            <a:ext cx="2818900" cy="2293425"/>
            <a:chOff x="5756450" y="429450"/>
            <a:chExt cx="2818900" cy="2293425"/>
          </a:xfrm>
        </p:grpSpPr>
        <p:sp>
          <p:nvSpPr>
            <p:cNvPr id="247" name="Google Shape;247;p32"/>
            <p:cNvSpPr/>
            <p:nvPr/>
          </p:nvSpPr>
          <p:spPr>
            <a:xfrm>
              <a:off x="8245250" y="4294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2"/>
            <p:cNvSpPr/>
            <p:nvPr/>
          </p:nvSpPr>
          <p:spPr>
            <a:xfrm>
              <a:off x="6127850" y="8632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2"/>
            <p:cNvSpPr/>
            <p:nvPr/>
          </p:nvSpPr>
          <p:spPr>
            <a:xfrm>
              <a:off x="5977550" y="7129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2"/>
            <p:cNvSpPr/>
            <p:nvPr/>
          </p:nvSpPr>
          <p:spPr>
            <a:xfrm>
              <a:off x="5756450" y="203850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2"/>
            <p:cNvSpPr/>
            <p:nvPr/>
          </p:nvSpPr>
          <p:spPr>
            <a:xfrm>
              <a:off x="8424000" y="25725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2"/>
            <p:cNvSpPr/>
            <p:nvPr/>
          </p:nvSpPr>
          <p:spPr>
            <a:xfrm>
              <a:off x="6160875" y="6023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2"/>
            <p:cNvSpPr/>
            <p:nvPr/>
          </p:nvSpPr>
          <p:spPr>
            <a:xfrm>
              <a:off x="8425050" y="63775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2"/>
            <p:cNvSpPr/>
            <p:nvPr/>
          </p:nvSpPr>
          <p:spPr>
            <a:xfrm>
              <a:off x="7732675" y="108622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/>
          <p:nvPr/>
        </p:nvSpPr>
        <p:spPr>
          <a:xfrm>
            <a:off x="789000" y="1278975"/>
            <a:ext cx="974700" cy="9747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FFD68A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4"/>
          <p:cNvSpPr/>
          <p:nvPr/>
        </p:nvSpPr>
        <p:spPr>
          <a:xfrm>
            <a:off x="4794900" y="1278975"/>
            <a:ext cx="974700" cy="9747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FFD68A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34"/>
          <p:cNvSpPr/>
          <p:nvPr/>
        </p:nvSpPr>
        <p:spPr>
          <a:xfrm>
            <a:off x="789000" y="3748325"/>
            <a:ext cx="974700" cy="9747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FFD68A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</a:t>
            </a:r>
            <a:r>
              <a:rPr lang="en">
                <a:solidFill>
                  <a:schemeClr val="lt2"/>
                </a:solidFill>
              </a:rPr>
              <a:t>contents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72" name="Google Shape;272;p34"/>
          <p:cNvSpPr txBox="1">
            <a:spLocks noGrp="1"/>
          </p:cNvSpPr>
          <p:nvPr>
            <p:ph type="subTitle" idx="1"/>
          </p:nvPr>
        </p:nvSpPr>
        <p:spPr>
          <a:xfrm>
            <a:off x="1909800" y="1436470"/>
            <a:ext cx="2216988" cy="3450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73" name="Google Shape;273;p34"/>
          <p:cNvSpPr txBox="1">
            <a:spLocks noGrp="1"/>
          </p:cNvSpPr>
          <p:nvPr>
            <p:ph type="title" idx="2"/>
          </p:nvPr>
        </p:nvSpPr>
        <p:spPr>
          <a:xfrm>
            <a:off x="701325" y="1435675"/>
            <a:ext cx="11628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75" name="Google Shape;275;p34"/>
          <p:cNvSpPr txBox="1">
            <a:spLocks noGrp="1"/>
          </p:cNvSpPr>
          <p:nvPr>
            <p:ph type="title" idx="4"/>
          </p:nvPr>
        </p:nvSpPr>
        <p:spPr>
          <a:xfrm>
            <a:off x="4567200" y="1435675"/>
            <a:ext cx="14301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76" name="Google Shape;276;p34"/>
          <p:cNvSpPr txBox="1">
            <a:spLocks noGrp="1"/>
          </p:cNvSpPr>
          <p:nvPr>
            <p:ph type="subTitle" idx="5"/>
          </p:nvPr>
        </p:nvSpPr>
        <p:spPr>
          <a:xfrm>
            <a:off x="6030899" y="1435675"/>
            <a:ext cx="24987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IN" dirty="0"/>
              <a:t>Process Logic</a:t>
            </a:r>
          </a:p>
        </p:txBody>
      </p:sp>
      <p:sp>
        <p:nvSpPr>
          <p:cNvPr id="284" name="Google Shape;284;p34"/>
          <p:cNvSpPr txBox="1">
            <a:spLocks noGrp="1"/>
          </p:cNvSpPr>
          <p:nvPr>
            <p:ph type="title" idx="16"/>
          </p:nvPr>
        </p:nvSpPr>
        <p:spPr>
          <a:xfrm>
            <a:off x="701325" y="3905025"/>
            <a:ext cx="11628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85" name="Google Shape;285;p34"/>
          <p:cNvSpPr txBox="1">
            <a:spLocks noGrp="1"/>
          </p:cNvSpPr>
          <p:nvPr>
            <p:ph type="subTitle" idx="17"/>
          </p:nvPr>
        </p:nvSpPr>
        <p:spPr>
          <a:xfrm>
            <a:off x="1916100" y="3706950"/>
            <a:ext cx="24987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IN" dirty="0"/>
              <a:t>System Requirement Specification</a:t>
            </a:r>
          </a:p>
        </p:txBody>
      </p:sp>
      <p:sp>
        <p:nvSpPr>
          <p:cNvPr id="287" name="Google Shape;287;p34"/>
          <p:cNvSpPr txBox="1">
            <a:spLocks noGrp="1"/>
          </p:cNvSpPr>
          <p:nvPr>
            <p:ph type="title" idx="19"/>
          </p:nvPr>
        </p:nvSpPr>
        <p:spPr>
          <a:xfrm>
            <a:off x="4778685" y="2571285"/>
            <a:ext cx="888329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88" name="Google Shape;288;p34"/>
          <p:cNvSpPr txBox="1">
            <a:spLocks noGrp="1"/>
          </p:cNvSpPr>
          <p:nvPr>
            <p:ph type="subTitle" idx="20"/>
          </p:nvPr>
        </p:nvSpPr>
        <p:spPr>
          <a:xfrm>
            <a:off x="6030899" y="2614600"/>
            <a:ext cx="24987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IN" dirty="0"/>
              <a:t>Data Dictionary</a:t>
            </a:r>
          </a:p>
        </p:txBody>
      </p:sp>
      <p:sp>
        <p:nvSpPr>
          <p:cNvPr id="6" name="Google Shape;270;p34">
            <a:extLst>
              <a:ext uri="{FF2B5EF4-FFF2-40B4-BE49-F238E27FC236}">
                <a16:creationId xmlns:a16="http://schemas.microsoft.com/office/drawing/2014/main" id="{63591186-395E-0756-376B-DD72D2D566A3}"/>
              </a:ext>
            </a:extLst>
          </p:cNvPr>
          <p:cNvSpPr/>
          <p:nvPr/>
        </p:nvSpPr>
        <p:spPr>
          <a:xfrm>
            <a:off x="4881600" y="2460825"/>
            <a:ext cx="974700" cy="9747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FFD68A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87;p34">
            <a:extLst>
              <a:ext uri="{FF2B5EF4-FFF2-40B4-BE49-F238E27FC236}">
                <a16:creationId xmlns:a16="http://schemas.microsoft.com/office/drawing/2014/main" id="{687D0F9A-E141-03A3-C914-3D843A8D6664}"/>
              </a:ext>
            </a:extLst>
          </p:cNvPr>
          <p:cNvSpPr txBox="1">
            <a:spLocks/>
          </p:cNvSpPr>
          <p:nvPr/>
        </p:nvSpPr>
        <p:spPr>
          <a:xfrm>
            <a:off x="4924785" y="2571285"/>
            <a:ext cx="888329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32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r>
              <a:rPr lang="en"/>
              <a:t>05</a:t>
            </a:r>
            <a:endParaRPr lang="en" dirty="0"/>
          </a:p>
        </p:txBody>
      </p:sp>
      <p:sp>
        <p:nvSpPr>
          <p:cNvPr id="8" name="Google Shape;265;p34">
            <a:extLst>
              <a:ext uri="{FF2B5EF4-FFF2-40B4-BE49-F238E27FC236}">
                <a16:creationId xmlns:a16="http://schemas.microsoft.com/office/drawing/2014/main" id="{D3052AB4-86B3-C6F4-BA3F-A53954B9B065}"/>
              </a:ext>
            </a:extLst>
          </p:cNvPr>
          <p:cNvSpPr/>
          <p:nvPr/>
        </p:nvSpPr>
        <p:spPr>
          <a:xfrm>
            <a:off x="4903799" y="3818251"/>
            <a:ext cx="974700" cy="9747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FFD68A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72;p34">
            <a:extLst>
              <a:ext uri="{FF2B5EF4-FFF2-40B4-BE49-F238E27FC236}">
                <a16:creationId xmlns:a16="http://schemas.microsoft.com/office/drawing/2014/main" id="{6A44C70D-7790-15C2-AA7A-96E7A9341D4C}"/>
              </a:ext>
            </a:extLst>
          </p:cNvPr>
          <p:cNvSpPr txBox="1">
            <a:spLocks/>
          </p:cNvSpPr>
          <p:nvPr/>
        </p:nvSpPr>
        <p:spPr>
          <a:xfrm>
            <a:off x="6030899" y="3818250"/>
            <a:ext cx="2216988" cy="34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en-IN"/>
              <a:t>Data Flow Diagram</a:t>
            </a:r>
            <a:endParaRPr lang="en-IN" dirty="0"/>
          </a:p>
        </p:txBody>
      </p:sp>
      <p:sp>
        <p:nvSpPr>
          <p:cNvPr id="10" name="Google Shape;273;p34">
            <a:extLst>
              <a:ext uri="{FF2B5EF4-FFF2-40B4-BE49-F238E27FC236}">
                <a16:creationId xmlns:a16="http://schemas.microsoft.com/office/drawing/2014/main" id="{5AA4C688-9450-E5AB-AF4F-608A23D6679C}"/>
              </a:ext>
            </a:extLst>
          </p:cNvPr>
          <p:cNvSpPr txBox="1">
            <a:spLocks/>
          </p:cNvSpPr>
          <p:nvPr/>
        </p:nvSpPr>
        <p:spPr>
          <a:xfrm>
            <a:off x="4816124" y="3974951"/>
            <a:ext cx="1162800" cy="7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32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ndal"/>
              <a:buNone/>
              <a:defRPr sz="6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r>
              <a:rPr lang="en" dirty="0"/>
              <a:t>06</a:t>
            </a:r>
          </a:p>
        </p:txBody>
      </p:sp>
      <p:sp>
        <p:nvSpPr>
          <p:cNvPr id="15" name="Google Shape;267;p34">
            <a:extLst>
              <a:ext uri="{FF2B5EF4-FFF2-40B4-BE49-F238E27FC236}">
                <a16:creationId xmlns:a16="http://schemas.microsoft.com/office/drawing/2014/main" id="{A0361CC1-8B52-8547-FA46-6D43EE6F4EDD}"/>
              </a:ext>
            </a:extLst>
          </p:cNvPr>
          <p:cNvSpPr/>
          <p:nvPr/>
        </p:nvSpPr>
        <p:spPr>
          <a:xfrm>
            <a:off x="789000" y="2513650"/>
            <a:ext cx="974700" cy="9747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FFD68A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78;p34">
            <a:extLst>
              <a:ext uri="{FF2B5EF4-FFF2-40B4-BE49-F238E27FC236}">
                <a16:creationId xmlns:a16="http://schemas.microsoft.com/office/drawing/2014/main" id="{3E3BC483-0277-1F7B-F2F0-356C52B584EE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701325" y="2651300"/>
            <a:ext cx="1162800" cy="7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7" name="Google Shape;279;p34">
            <a:extLst>
              <a:ext uri="{FF2B5EF4-FFF2-40B4-BE49-F238E27FC236}">
                <a16:creationId xmlns:a16="http://schemas.microsoft.com/office/drawing/2014/main" id="{D0CA0FF9-66FC-6CB2-AEB6-AA3B4510F075}"/>
              </a:ext>
            </a:extLst>
          </p:cNvPr>
          <p:cNvSpPr txBox="1">
            <a:spLocks/>
          </p:cNvSpPr>
          <p:nvPr/>
        </p:nvSpPr>
        <p:spPr>
          <a:xfrm>
            <a:off x="1851375" y="2714276"/>
            <a:ext cx="24987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en-IN" dirty="0"/>
              <a:t>ER - Diagram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>
          <a:extLst>
            <a:ext uri="{FF2B5EF4-FFF2-40B4-BE49-F238E27FC236}">
              <a16:creationId xmlns:a16="http://schemas.microsoft.com/office/drawing/2014/main" id="{41272E2D-95E1-5118-126B-22AF37DFC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>
            <a:extLst>
              <a:ext uri="{FF2B5EF4-FFF2-40B4-BE49-F238E27FC236}">
                <a16:creationId xmlns:a16="http://schemas.microsoft.com/office/drawing/2014/main" id="{EEB0EF85-5048-9E4E-DFB6-08A372CA57B7}"/>
              </a:ext>
            </a:extLst>
          </p:cNvPr>
          <p:cNvSpPr/>
          <p:nvPr/>
        </p:nvSpPr>
        <p:spPr>
          <a:xfrm rot="-398">
            <a:off x="5193025" y="4350707"/>
            <a:ext cx="2593800" cy="446700"/>
          </a:xfrm>
          <a:prstGeom prst="ellipse">
            <a:avLst/>
          </a:prstGeom>
          <a:solidFill>
            <a:srgbClr val="2C5166">
              <a:alpha val="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36">
            <a:extLst>
              <a:ext uri="{FF2B5EF4-FFF2-40B4-BE49-F238E27FC236}">
                <a16:creationId xmlns:a16="http://schemas.microsoft.com/office/drawing/2014/main" id="{2F93628D-5B92-C67E-7B15-915B4385A29E}"/>
              </a:ext>
            </a:extLst>
          </p:cNvPr>
          <p:cNvSpPr/>
          <p:nvPr/>
        </p:nvSpPr>
        <p:spPr>
          <a:xfrm>
            <a:off x="757200" y="2362050"/>
            <a:ext cx="3717264" cy="724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5" name="Google Shape;305;p36">
            <a:extLst>
              <a:ext uri="{FF2B5EF4-FFF2-40B4-BE49-F238E27FC236}">
                <a16:creationId xmlns:a16="http://schemas.microsoft.com/office/drawing/2014/main" id="{27C9C9A9-A01E-6448-824D-A7DAA837C0C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4475" y="640225"/>
            <a:ext cx="4288348" cy="428834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6">
            <a:extLst>
              <a:ext uri="{FF2B5EF4-FFF2-40B4-BE49-F238E27FC236}">
                <a16:creationId xmlns:a16="http://schemas.microsoft.com/office/drawing/2014/main" id="{8A02BF1A-9325-BF19-EA03-AE0CA9F388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026" y="2241888"/>
            <a:ext cx="381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Introduction</a:t>
            </a:r>
            <a:endParaRPr dirty="0"/>
          </a:p>
        </p:txBody>
      </p:sp>
      <p:sp>
        <p:nvSpPr>
          <p:cNvPr id="307" name="Google Shape;307;p36">
            <a:extLst>
              <a:ext uri="{FF2B5EF4-FFF2-40B4-BE49-F238E27FC236}">
                <a16:creationId xmlns:a16="http://schemas.microsoft.com/office/drawing/2014/main" id="{2F86A2ED-3F33-9624-6DC4-C9881A56885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48600" y="540000"/>
            <a:ext cx="2706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310" name="Google Shape;310;p36">
            <a:extLst>
              <a:ext uri="{FF2B5EF4-FFF2-40B4-BE49-F238E27FC236}">
                <a16:creationId xmlns:a16="http://schemas.microsoft.com/office/drawing/2014/main" id="{E93DDEAF-1435-7692-F49D-80B31EBF36F8}"/>
              </a:ext>
            </a:extLst>
          </p:cNvPr>
          <p:cNvGrpSpPr/>
          <p:nvPr/>
        </p:nvGrpSpPr>
        <p:grpSpPr>
          <a:xfrm>
            <a:off x="3874175" y="375038"/>
            <a:ext cx="4623200" cy="2293425"/>
            <a:chOff x="3874175" y="375038"/>
            <a:chExt cx="4623200" cy="2293425"/>
          </a:xfrm>
        </p:grpSpPr>
        <p:grpSp>
          <p:nvGrpSpPr>
            <p:cNvPr id="311" name="Google Shape;311;p36">
              <a:extLst>
                <a:ext uri="{FF2B5EF4-FFF2-40B4-BE49-F238E27FC236}">
                  <a16:creationId xmlns:a16="http://schemas.microsoft.com/office/drawing/2014/main" id="{BEFCDE47-7361-0C11-033A-62D0D4C3E819}"/>
                </a:ext>
              </a:extLst>
            </p:cNvPr>
            <p:cNvGrpSpPr/>
            <p:nvPr/>
          </p:nvGrpSpPr>
          <p:grpSpPr>
            <a:xfrm>
              <a:off x="4690925" y="375038"/>
              <a:ext cx="2818900" cy="2293425"/>
              <a:chOff x="5756450" y="429450"/>
              <a:chExt cx="2818900" cy="2293425"/>
            </a:xfrm>
          </p:grpSpPr>
          <p:sp>
            <p:nvSpPr>
              <p:cNvPr id="312" name="Google Shape;312;p36">
                <a:extLst>
                  <a:ext uri="{FF2B5EF4-FFF2-40B4-BE49-F238E27FC236}">
                    <a16:creationId xmlns:a16="http://schemas.microsoft.com/office/drawing/2014/main" id="{DD2B99B1-BAD7-FBDF-7C3E-B38A381AF32A}"/>
                  </a:ext>
                </a:extLst>
              </p:cNvPr>
              <p:cNvSpPr/>
              <p:nvPr/>
            </p:nvSpPr>
            <p:spPr>
              <a:xfrm>
                <a:off x="8245250" y="429450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36">
                <a:extLst>
                  <a:ext uri="{FF2B5EF4-FFF2-40B4-BE49-F238E27FC236}">
                    <a16:creationId xmlns:a16="http://schemas.microsoft.com/office/drawing/2014/main" id="{70A8EE05-E4DA-6EEF-1CE1-92A6BD455872}"/>
                  </a:ext>
                </a:extLst>
              </p:cNvPr>
              <p:cNvSpPr/>
              <p:nvPr/>
            </p:nvSpPr>
            <p:spPr>
              <a:xfrm>
                <a:off x="6127850" y="86320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36">
                <a:extLst>
                  <a:ext uri="{FF2B5EF4-FFF2-40B4-BE49-F238E27FC236}">
                    <a16:creationId xmlns:a16="http://schemas.microsoft.com/office/drawing/2014/main" id="{B2CBCA96-EBF2-52FB-06B5-88AAA617345A}"/>
                  </a:ext>
                </a:extLst>
              </p:cNvPr>
              <p:cNvSpPr/>
              <p:nvPr/>
            </p:nvSpPr>
            <p:spPr>
              <a:xfrm>
                <a:off x="5977550" y="71290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36">
                <a:extLst>
                  <a:ext uri="{FF2B5EF4-FFF2-40B4-BE49-F238E27FC236}">
                    <a16:creationId xmlns:a16="http://schemas.microsoft.com/office/drawing/2014/main" id="{7B6CC807-10B9-8DDF-D1B5-52691B08C704}"/>
                  </a:ext>
                </a:extLst>
              </p:cNvPr>
              <p:cNvSpPr/>
              <p:nvPr/>
            </p:nvSpPr>
            <p:spPr>
              <a:xfrm>
                <a:off x="5756450" y="2038500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36">
                <a:extLst>
                  <a:ext uri="{FF2B5EF4-FFF2-40B4-BE49-F238E27FC236}">
                    <a16:creationId xmlns:a16="http://schemas.microsoft.com/office/drawing/2014/main" id="{9972F4DB-7F46-2D37-6B9B-8F3D78F0C537}"/>
                  </a:ext>
                </a:extLst>
              </p:cNvPr>
              <p:cNvSpPr/>
              <p:nvPr/>
            </p:nvSpPr>
            <p:spPr>
              <a:xfrm>
                <a:off x="8424000" y="2572575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36">
                <a:extLst>
                  <a:ext uri="{FF2B5EF4-FFF2-40B4-BE49-F238E27FC236}">
                    <a16:creationId xmlns:a16="http://schemas.microsoft.com/office/drawing/2014/main" id="{15D8EAEB-1D17-2663-3646-10D21326E6E0}"/>
                  </a:ext>
                </a:extLst>
              </p:cNvPr>
              <p:cNvSpPr/>
              <p:nvPr/>
            </p:nvSpPr>
            <p:spPr>
              <a:xfrm>
                <a:off x="6160875" y="602350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36">
                <a:extLst>
                  <a:ext uri="{FF2B5EF4-FFF2-40B4-BE49-F238E27FC236}">
                    <a16:creationId xmlns:a16="http://schemas.microsoft.com/office/drawing/2014/main" id="{A3745E18-35F0-CA09-E987-2EAE030E5076}"/>
                  </a:ext>
                </a:extLst>
              </p:cNvPr>
              <p:cNvSpPr/>
              <p:nvPr/>
            </p:nvSpPr>
            <p:spPr>
              <a:xfrm>
                <a:off x="8425050" y="63775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36">
                <a:extLst>
                  <a:ext uri="{FF2B5EF4-FFF2-40B4-BE49-F238E27FC236}">
                    <a16:creationId xmlns:a16="http://schemas.microsoft.com/office/drawing/2014/main" id="{236023EB-1A7B-322B-6970-123F107920CE}"/>
                  </a:ext>
                </a:extLst>
              </p:cNvPr>
              <p:cNvSpPr/>
              <p:nvPr/>
            </p:nvSpPr>
            <p:spPr>
              <a:xfrm>
                <a:off x="7732675" y="1086225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0" name="Google Shape;320;p36">
              <a:extLst>
                <a:ext uri="{FF2B5EF4-FFF2-40B4-BE49-F238E27FC236}">
                  <a16:creationId xmlns:a16="http://schemas.microsoft.com/office/drawing/2014/main" id="{BF40AD6B-44AD-D275-EAC7-4767493EEF9C}"/>
                </a:ext>
              </a:extLst>
            </p:cNvPr>
            <p:cNvSpPr/>
            <p:nvPr/>
          </p:nvSpPr>
          <p:spPr>
            <a:xfrm>
              <a:off x="8347075" y="1577963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6">
              <a:extLst>
                <a:ext uri="{FF2B5EF4-FFF2-40B4-BE49-F238E27FC236}">
                  <a16:creationId xmlns:a16="http://schemas.microsoft.com/office/drawing/2014/main" id="{69426B63-D27C-865E-D19C-AC3411B5ECCA}"/>
                </a:ext>
              </a:extLst>
            </p:cNvPr>
            <p:cNvSpPr/>
            <p:nvPr/>
          </p:nvSpPr>
          <p:spPr>
            <a:xfrm>
              <a:off x="3874175" y="1211563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992;p49">
            <a:extLst>
              <a:ext uri="{FF2B5EF4-FFF2-40B4-BE49-F238E27FC236}">
                <a16:creationId xmlns:a16="http://schemas.microsoft.com/office/drawing/2014/main" id="{242169D5-DC30-F864-B1C7-B2EB7A95D8D2}"/>
              </a:ext>
            </a:extLst>
          </p:cNvPr>
          <p:cNvGrpSpPr/>
          <p:nvPr/>
        </p:nvGrpSpPr>
        <p:grpSpPr>
          <a:xfrm>
            <a:off x="4676838" y="1500872"/>
            <a:ext cx="3683573" cy="2211279"/>
            <a:chOff x="4854325" y="1936705"/>
            <a:chExt cx="3569700" cy="2142920"/>
          </a:xfrm>
        </p:grpSpPr>
        <p:sp>
          <p:nvSpPr>
            <p:cNvPr id="3" name="Google Shape;993;p49">
              <a:extLst>
                <a:ext uri="{FF2B5EF4-FFF2-40B4-BE49-F238E27FC236}">
                  <a16:creationId xmlns:a16="http://schemas.microsoft.com/office/drawing/2014/main" id="{20B6D902-A995-D05B-C5CB-F096586151D4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994;p49">
              <a:extLst>
                <a:ext uri="{FF2B5EF4-FFF2-40B4-BE49-F238E27FC236}">
                  <a16:creationId xmlns:a16="http://schemas.microsoft.com/office/drawing/2014/main" id="{6E49E6AE-C062-07D6-8D82-3F660C945762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995;p49">
              <a:extLst>
                <a:ext uri="{FF2B5EF4-FFF2-40B4-BE49-F238E27FC236}">
                  <a16:creationId xmlns:a16="http://schemas.microsoft.com/office/drawing/2014/main" id="{3D1A8452-F059-3108-4799-239BA79D8C9F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E392EDD-2BE8-4D26-CF79-749C79A20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025" y="1669435"/>
            <a:ext cx="3105336" cy="184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724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0950" y="1316125"/>
            <a:ext cx="3903048" cy="3903048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5"/>
          <p:cNvSpPr/>
          <p:nvPr/>
        </p:nvSpPr>
        <p:spPr>
          <a:xfrm rot="-394">
            <a:off x="5967625" y="4502854"/>
            <a:ext cx="2616300" cy="491100"/>
          </a:xfrm>
          <a:prstGeom prst="ellipse">
            <a:avLst/>
          </a:prstGeom>
          <a:solidFill>
            <a:srgbClr val="2C5166">
              <a:alpha val="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297" name="Google Shape;297;p35"/>
          <p:cNvSpPr txBox="1">
            <a:spLocks noGrp="1"/>
          </p:cNvSpPr>
          <p:nvPr>
            <p:ph type="body" idx="1"/>
          </p:nvPr>
        </p:nvSpPr>
        <p:spPr>
          <a:xfrm>
            <a:off x="720000" y="1862254"/>
            <a:ext cx="5229576" cy="22188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US" b="1" dirty="0"/>
              <a:t>DoConnect is a Q&amp;A discussion platform.</a:t>
            </a:r>
          </a:p>
          <a:p>
            <a:pPr marL="0" indent="0">
              <a:buNone/>
            </a:pPr>
            <a:endParaRPr lang="en-US" b="1" dirty="0"/>
          </a:p>
          <a:p>
            <a:pPr marL="285750" indent="-285750"/>
            <a:r>
              <a:rPr lang="en-US" b="1" dirty="0"/>
              <a:t>It allows users to ask questions, answer queries, and engage in knowledge sharing.</a:t>
            </a:r>
          </a:p>
          <a:p>
            <a:pPr marL="0" indent="0">
              <a:buNone/>
            </a:pPr>
            <a:endParaRPr lang="en-US" b="1" dirty="0"/>
          </a:p>
          <a:p>
            <a:pPr marL="285750" indent="-285750"/>
            <a:r>
              <a:rPr lang="en-US" b="1" dirty="0"/>
              <a:t>It provides authentication, role-based access (user/admin)</a:t>
            </a:r>
            <a:endParaRPr b="1" dirty="0"/>
          </a:p>
        </p:txBody>
      </p:sp>
      <p:pic>
        <p:nvPicPr>
          <p:cNvPr id="298" name="Google Shape;29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5625" y="1390075"/>
            <a:ext cx="3042324" cy="3505927"/>
          </a:xfrm>
          <a:prstGeom prst="rect">
            <a:avLst/>
          </a:prstGeom>
          <a:noFill/>
          <a:ln>
            <a:noFill/>
          </a:ln>
          <a:effectLst>
            <a:outerShdw blurRad="57150" dist="19050" dir="5460000" algn="bl" rotWithShape="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2">
          <a:extLst>
            <a:ext uri="{FF2B5EF4-FFF2-40B4-BE49-F238E27FC236}">
              <a16:creationId xmlns:a16="http://schemas.microsoft.com/office/drawing/2014/main" id="{64B9855D-BD89-F114-524A-56FA10F6A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3" name="Google Shape;1673;p77">
            <a:extLst>
              <a:ext uri="{FF2B5EF4-FFF2-40B4-BE49-F238E27FC236}">
                <a16:creationId xmlns:a16="http://schemas.microsoft.com/office/drawing/2014/main" id="{0DAB4196-1C6B-FA6F-75B3-8F2E0705692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0950" y="1316125"/>
            <a:ext cx="3903048" cy="3903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74" name="Google Shape;1674;p77">
            <a:extLst>
              <a:ext uri="{FF2B5EF4-FFF2-40B4-BE49-F238E27FC236}">
                <a16:creationId xmlns:a16="http://schemas.microsoft.com/office/drawing/2014/main" id="{F6B61C2D-640F-6CDC-37A9-951F9971E3D9}"/>
              </a:ext>
            </a:extLst>
          </p:cNvPr>
          <p:cNvSpPr/>
          <p:nvPr/>
        </p:nvSpPr>
        <p:spPr>
          <a:xfrm rot="-394">
            <a:off x="5884325" y="4310592"/>
            <a:ext cx="2616300" cy="613200"/>
          </a:xfrm>
          <a:prstGeom prst="ellipse">
            <a:avLst/>
          </a:prstGeom>
          <a:solidFill>
            <a:srgbClr val="2C5166">
              <a:alpha val="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5" name="Google Shape;1675;p77">
            <a:extLst>
              <a:ext uri="{FF2B5EF4-FFF2-40B4-BE49-F238E27FC236}">
                <a16:creationId xmlns:a16="http://schemas.microsoft.com/office/drawing/2014/main" id="{8B4FFC1D-D157-0D14-E2C3-D483D957E1C5}"/>
              </a:ext>
            </a:extLst>
          </p:cNvPr>
          <p:cNvSpPr/>
          <p:nvPr/>
        </p:nvSpPr>
        <p:spPr>
          <a:xfrm>
            <a:off x="669200" y="3113300"/>
            <a:ext cx="2889300" cy="1652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6" name="Google Shape;1676;p77">
            <a:extLst>
              <a:ext uri="{FF2B5EF4-FFF2-40B4-BE49-F238E27FC236}">
                <a16:creationId xmlns:a16="http://schemas.microsoft.com/office/drawing/2014/main" id="{87DA2AFF-53EC-0131-15DE-7E21BECCB6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8600" y="1224258"/>
            <a:ext cx="456922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ER Diagram</a:t>
            </a:r>
            <a:endParaRPr dirty="0"/>
          </a:p>
        </p:txBody>
      </p:sp>
      <p:sp>
        <p:nvSpPr>
          <p:cNvPr id="1678" name="Google Shape;1678;p77">
            <a:extLst>
              <a:ext uri="{FF2B5EF4-FFF2-40B4-BE49-F238E27FC236}">
                <a16:creationId xmlns:a16="http://schemas.microsoft.com/office/drawing/2014/main" id="{74E4F3A0-B68D-AD96-E19D-C7F4873D03F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48600" y="2960450"/>
            <a:ext cx="2706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1679" name="Google Shape;1679;p77">
            <a:extLst>
              <a:ext uri="{FF2B5EF4-FFF2-40B4-BE49-F238E27FC236}">
                <a16:creationId xmlns:a16="http://schemas.microsoft.com/office/drawing/2014/main" id="{3AC62543-A6AC-DF7D-B827-304CACC5F19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1650" y="1424725"/>
            <a:ext cx="2385075" cy="343084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6000"/>
              </a:srgbClr>
            </a:outerShdw>
          </a:effectLst>
        </p:spPr>
      </p:pic>
      <p:grpSp>
        <p:nvGrpSpPr>
          <p:cNvPr id="1680" name="Google Shape;1680;p77">
            <a:extLst>
              <a:ext uri="{FF2B5EF4-FFF2-40B4-BE49-F238E27FC236}">
                <a16:creationId xmlns:a16="http://schemas.microsoft.com/office/drawing/2014/main" id="{96EDB945-02F3-CF99-487F-9C23F3BD14C2}"/>
              </a:ext>
            </a:extLst>
          </p:cNvPr>
          <p:cNvGrpSpPr/>
          <p:nvPr/>
        </p:nvGrpSpPr>
        <p:grpSpPr>
          <a:xfrm flipH="1">
            <a:off x="5504375" y="366150"/>
            <a:ext cx="3387275" cy="2826825"/>
            <a:chOff x="5568025" y="-103950"/>
            <a:chExt cx="3387275" cy="2826825"/>
          </a:xfrm>
        </p:grpSpPr>
        <p:sp>
          <p:nvSpPr>
            <p:cNvPr id="1681" name="Google Shape;1681;p77">
              <a:extLst>
                <a:ext uri="{FF2B5EF4-FFF2-40B4-BE49-F238E27FC236}">
                  <a16:creationId xmlns:a16="http://schemas.microsoft.com/office/drawing/2014/main" id="{B35D040A-9090-5145-BB9A-197330954846}"/>
                </a:ext>
              </a:extLst>
            </p:cNvPr>
            <p:cNvSpPr/>
            <p:nvPr/>
          </p:nvSpPr>
          <p:spPr>
            <a:xfrm>
              <a:off x="8321450" y="-1039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77">
              <a:extLst>
                <a:ext uri="{FF2B5EF4-FFF2-40B4-BE49-F238E27FC236}">
                  <a16:creationId xmlns:a16="http://schemas.microsoft.com/office/drawing/2014/main" id="{F274625F-F55C-ADFF-8DB8-A2C0C7806CDB}"/>
                </a:ext>
              </a:extLst>
            </p:cNvPr>
            <p:cNvSpPr/>
            <p:nvPr/>
          </p:nvSpPr>
          <p:spPr>
            <a:xfrm>
              <a:off x="6127850" y="8632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77">
              <a:extLst>
                <a:ext uri="{FF2B5EF4-FFF2-40B4-BE49-F238E27FC236}">
                  <a16:creationId xmlns:a16="http://schemas.microsoft.com/office/drawing/2014/main" id="{C250E740-2032-7921-07EA-B95E45758AAA}"/>
                </a:ext>
              </a:extLst>
            </p:cNvPr>
            <p:cNvSpPr/>
            <p:nvPr/>
          </p:nvSpPr>
          <p:spPr>
            <a:xfrm>
              <a:off x="5977550" y="7129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77">
              <a:extLst>
                <a:ext uri="{FF2B5EF4-FFF2-40B4-BE49-F238E27FC236}">
                  <a16:creationId xmlns:a16="http://schemas.microsoft.com/office/drawing/2014/main" id="{B87D4E94-6116-21DD-C4F2-E2D614B5461B}"/>
                </a:ext>
              </a:extLst>
            </p:cNvPr>
            <p:cNvSpPr/>
            <p:nvPr/>
          </p:nvSpPr>
          <p:spPr>
            <a:xfrm>
              <a:off x="5568025" y="1465613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77">
              <a:extLst>
                <a:ext uri="{FF2B5EF4-FFF2-40B4-BE49-F238E27FC236}">
                  <a16:creationId xmlns:a16="http://schemas.microsoft.com/office/drawing/2014/main" id="{BC90C5BA-40B5-3F25-AA9C-EED26847280A}"/>
                </a:ext>
              </a:extLst>
            </p:cNvPr>
            <p:cNvSpPr/>
            <p:nvPr/>
          </p:nvSpPr>
          <p:spPr>
            <a:xfrm>
              <a:off x="8805000" y="25725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77">
              <a:extLst>
                <a:ext uri="{FF2B5EF4-FFF2-40B4-BE49-F238E27FC236}">
                  <a16:creationId xmlns:a16="http://schemas.microsoft.com/office/drawing/2014/main" id="{E7185578-9A53-2F2F-CA03-71E44B222B86}"/>
                </a:ext>
              </a:extLst>
            </p:cNvPr>
            <p:cNvSpPr/>
            <p:nvPr/>
          </p:nvSpPr>
          <p:spPr>
            <a:xfrm>
              <a:off x="6160875" y="6023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77">
              <a:extLst>
                <a:ext uri="{FF2B5EF4-FFF2-40B4-BE49-F238E27FC236}">
                  <a16:creationId xmlns:a16="http://schemas.microsoft.com/office/drawing/2014/main" id="{3197BDDC-B969-B576-7FAC-F7F8C996FD64}"/>
                </a:ext>
              </a:extLst>
            </p:cNvPr>
            <p:cNvSpPr/>
            <p:nvPr/>
          </p:nvSpPr>
          <p:spPr>
            <a:xfrm>
              <a:off x="8501250" y="10435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77">
              <a:extLst>
                <a:ext uri="{FF2B5EF4-FFF2-40B4-BE49-F238E27FC236}">
                  <a16:creationId xmlns:a16="http://schemas.microsoft.com/office/drawing/2014/main" id="{FEF8DB9C-E841-BEE9-752A-FB4B684A4CA6}"/>
                </a:ext>
              </a:extLst>
            </p:cNvPr>
            <p:cNvSpPr/>
            <p:nvPr/>
          </p:nvSpPr>
          <p:spPr>
            <a:xfrm>
              <a:off x="8266075" y="192442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27522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>
          <a:extLst>
            <a:ext uri="{FF2B5EF4-FFF2-40B4-BE49-F238E27FC236}">
              <a16:creationId xmlns:a16="http://schemas.microsoft.com/office/drawing/2014/main" id="{128BDD9F-A8F3-5F1E-9D99-E70B33096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49">
            <a:extLst>
              <a:ext uri="{FF2B5EF4-FFF2-40B4-BE49-F238E27FC236}">
                <a16:creationId xmlns:a16="http://schemas.microsoft.com/office/drawing/2014/main" id="{21E14317-AE74-3A9C-477C-9055E1CA28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ER Diagram </a:t>
            </a:r>
            <a:r>
              <a:rPr lang="en" dirty="0">
                <a:solidFill>
                  <a:schemeClr val="lt2"/>
                </a:solidFill>
              </a:rPr>
              <a:t>Sheet</a:t>
            </a:r>
            <a:endParaRPr dirty="0">
              <a:solidFill>
                <a:schemeClr val="lt2"/>
              </a:solidFill>
            </a:endParaRPr>
          </a:p>
        </p:txBody>
      </p:sp>
      <p:grpSp>
        <p:nvGrpSpPr>
          <p:cNvPr id="992" name="Google Shape;992;p49">
            <a:extLst>
              <a:ext uri="{FF2B5EF4-FFF2-40B4-BE49-F238E27FC236}">
                <a16:creationId xmlns:a16="http://schemas.microsoft.com/office/drawing/2014/main" id="{853D874E-D946-DF07-2D38-F95E6E7F13E5}"/>
              </a:ext>
            </a:extLst>
          </p:cNvPr>
          <p:cNvGrpSpPr/>
          <p:nvPr/>
        </p:nvGrpSpPr>
        <p:grpSpPr>
          <a:xfrm>
            <a:off x="37170" y="0"/>
            <a:ext cx="9039923" cy="5060098"/>
            <a:chOff x="4854325" y="1936705"/>
            <a:chExt cx="3569700" cy="2142920"/>
          </a:xfrm>
        </p:grpSpPr>
        <p:sp>
          <p:nvSpPr>
            <p:cNvPr id="993" name="Google Shape;993;p49">
              <a:extLst>
                <a:ext uri="{FF2B5EF4-FFF2-40B4-BE49-F238E27FC236}">
                  <a16:creationId xmlns:a16="http://schemas.microsoft.com/office/drawing/2014/main" id="{603AA301-CF24-BE61-BE7B-37D86A62E8B6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4" name="Google Shape;994;p49">
              <a:extLst>
                <a:ext uri="{FF2B5EF4-FFF2-40B4-BE49-F238E27FC236}">
                  <a16:creationId xmlns:a16="http://schemas.microsoft.com/office/drawing/2014/main" id="{863ECDB9-3EB5-C694-E5A7-AF37518D4CB4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9">
              <a:extLst>
                <a:ext uri="{FF2B5EF4-FFF2-40B4-BE49-F238E27FC236}">
                  <a16:creationId xmlns:a16="http://schemas.microsoft.com/office/drawing/2014/main" id="{528D8C51-82DA-70D5-6764-0D656941AB8F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EDD44E3-1FDE-39C3-C160-7078FC964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491366"/>
            <a:ext cx="7550153" cy="402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014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2"/>
          <p:cNvSpPr/>
          <p:nvPr/>
        </p:nvSpPr>
        <p:spPr>
          <a:xfrm rot="-469">
            <a:off x="4444900" y="3952066"/>
            <a:ext cx="4399800" cy="1089900"/>
          </a:xfrm>
          <a:prstGeom prst="ellipse">
            <a:avLst/>
          </a:prstGeom>
          <a:solidFill>
            <a:srgbClr val="2C5166">
              <a:alpha val="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42"/>
          <p:cNvSpPr/>
          <p:nvPr/>
        </p:nvSpPr>
        <p:spPr>
          <a:xfrm>
            <a:off x="742400" y="2342625"/>
            <a:ext cx="3435900" cy="905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5" name="Google Shape;49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2550" y="1139325"/>
            <a:ext cx="3903048" cy="3903048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42"/>
          <p:cNvSpPr txBox="1">
            <a:spLocks noGrp="1"/>
          </p:cNvSpPr>
          <p:nvPr>
            <p:ph type="title"/>
          </p:nvPr>
        </p:nvSpPr>
        <p:spPr>
          <a:xfrm>
            <a:off x="864976" y="1005150"/>
            <a:ext cx="4644224" cy="347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SRS</a:t>
            </a:r>
            <a:endParaRPr dirty="0"/>
          </a:p>
        </p:txBody>
      </p:sp>
      <p:pic>
        <p:nvPicPr>
          <p:cNvPr id="497" name="Google Shape;49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797073" y="1195149"/>
            <a:ext cx="3587826" cy="367037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498" name="Google Shape;498;p42"/>
          <p:cNvSpPr/>
          <p:nvPr/>
        </p:nvSpPr>
        <p:spPr>
          <a:xfrm>
            <a:off x="720000" y="3906250"/>
            <a:ext cx="3435900" cy="7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42"/>
          <p:cNvGrpSpPr/>
          <p:nvPr/>
        </p:nvGrpSpPr>
        <p:grpSpPr>
          <a:xfrm>
            <a:off x="403075" y="429450"/>
            <a:ext cx="8304025" cy="1838775"/>
            <a:chOff x="403075" y="429450"/>
            <a:chExt cx="8304025" cy="1838775"/>
          </a:xfrm>
        </p:grpSpPr>
        <p:sp>
          <p:nvSpPr>
            <p:cNvPr id="500" name="Google Shape;500;p42"/>
            <p:cNvSpPr/>
            <p:nvPr/>
          </p:nvSpPr>
          <p:spPr>
            <a:xfrm flipH="1">
              <a:off x="1059800" y="8079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1" name="Google Shape;501;p42"/>
            <p:cNvGrpSpPr/>
            <p:nvPr/>
          </p:nvGrpSpPr>
          <p:grpSpPr>
            <a:xfrm>
              <a:off x="403075" y="429450"/>
              <a:ext cx="8304025" cy="1838775"/>
              <a:chOff x="403075" y="429450"/>
              <a:chExt cx="8304025" cy="1838775"/>
            </a:xfrm>
          </p:grpSpPr>
          <p:grpSp>
            <p:nvGrpSpPr>
              <p:cNvPr id="502" name="Google Shape;502;p42"/>
              <p:cNvGrpSpPr/>
              <p:nvPr/>
            </p:nvGrpSpPr>
            <p:grpSpPr>
              <a:xfrm>
                <a:off x="5535625" y="429450"/>
                <a:ext cx="3171475" cy="1838775"/>
                <a:chOff x="5686975" y="429450"/>
                <a:chExt cx="3171475" cy="1838775"/>
              </a:xfrm>
            </p:grpSpPr>
            <p:sp>
              <p:nvSpPr>
                <p:cNvPr id="503" name="Google Shape;503;p42"/>
                <p:cNvSpPr/>
                <p:nvPr/>
              </p:nvSpPr>
              <p:spPr>
                <a:xfrm>
                  <a:off x="8245250" y="429450"/>
                  <a:ext cx="221100" cy="2211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4" name="Google Shape;504;p42"/>
                <p:cNvSpPr/>
                <p:nvPr/>
              </p:nvSpPr>
              <p:spPr>
                <a:xfrm>
                  <a:off x="6127850" y="86320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5" name="Google Shape;505;p42"/>
                <p:cNvSpPr/>
                <p:nvPr/>
              </p:nvSpPr>
              <p:spPr>
                <a:xfrm>
                  <a:off x="5977550" y="71290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6" name="Google Shape;506;p42"/>
                <p:cNvSpPr/>
                <p:nvPr/>
              </p:nvSpPr>
              <p:spPr>
                <a:xfrm>
                  <a:off x="5686975" y="1763450"/>
                  <a:ext cx="221100" cy="2211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7" name="Google Shape;507;p42"/>
                <p:cNvSpPr/>
                <p:nvPr/>
              </p:nvSpPr>
              <p:spPr>
                <a:xfrm>
                  <a:off x="8708150" y="2117925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8" name="Google Shape;508;p42"/>
                <p:cNvSpPr/>
                <p:nvPr/>
              </p:nvSpPr>
              <p:spPr>
                <a:xfrm>
                  <a:off x="6160875" y="602350"/>
                  <a:ext cx="221100" cy="2211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9" name="Google Shape;509;p42"/>
                <p:cNvSpPr/>
                <p:nvPr/>
              </p:nvSpPr>
              <p:spPr>
                <a:xfrm>
                  <a:off x="8425050" y="63775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0" name="Google Shape;510;p42"/>
                <p:cNvSpPr/>
                <p:nvPr/>
              </p:nvSpPr>
              <p:spPr>
                <a:xfrm>
                  <a:off x="7732675" y="1086225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11" name="Google Shape;511;p42"/>
              <p:cNvGrpSpPr/>
              <p:nvPr/>
            </p:nvGrpSpPr>
            <p:grpSpPr>
              <a:xfrm flipH="1">
                <a:off x="794700" y="540000"/>
                <a:ext cx="3265700" cy="686250"/>
                <a:chOff x="5309650" y="429450"/>
                <a:chExt cx="3265700" cy="686250"/>
              </a:xfrm>
            </p:grpSpPr>
            <p:sp>
              <p:nvSpPr>
                <p:cNvPr id="512" name="Google Shape;512;p42"/>
                <p:cNvSpPr/>
                <p:nvPr/>
              </p:nvSpPr>
              <p:spPr>
                <a:xfrm>
                  <a:off x="8245250" y="429450"/>
                  <a:ext cx="221100" cy="2211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" name="Google Shape;513;p42"/>
                <p:cNvSpPr/>
                <p:nvPr/>
              </p:nvSpPr>
              <p:spPr>
                <a:xfrm>
                  <a:off x="5309650" y="63775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4" name="Google Shape;514;p42"/>
                <p:cNvSpPr/>
                <p:nvPr/>
              </p:nvSpPr>
              <p:spPr>
                <a:xfrm>
                  <a:off x="5459950" y="429450"/>
                  <a:ext cx="221100" cy="2211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5" name="Google Shape;515;p42"/>
                <p:cNvSpPr/>
                <p:nvPr/>
              </p:nvSpPr>
              <p:spPr>
                <a:xfrm>
                  <a:off x="8425050" y="63775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6" name="Google Shape;516;p42"/>
                <p:cNvSpPr/>
                <p:nvPr/>
              </p:nvSpPr>
              <p:spPr>
                <a:xfrm>
                  <a:off x="6625475" y="96540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17" name="Google Shape;517;p42"/>
              <p:cNvSpPr/>
              <p:nvPr/>
            </p:nvSpPr>
            <p:spPr>
              <a:xfrm flipH="1">
                <a:off x="403075" y="1663225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307;p36">
            <a:extLst>
              <a:ext uri="{FF2B5EF4-FFF2-40B4-BE49-F238E27FC236}">
                <a16:creationId xmlns:a16="http://schemas.microsoft.com/office/drawing/2014/main" id="{CDE3D54F-C10B-B018-BB97-27940DE23E75}"/>
              </a:ext>
            </a:extLst>
          </p:cNvPr>
          <p:cNvSpPr txBox="1">
            <a:spLocks/>
          </p:cNvSpPr>
          <p:nvPr/>
        </p:nvSpPr>
        <p:spPr>
          <a:xfrm>
            <a:off x="4155900" y="-604482"/>
            <a:ext cx="2706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8000" b="1" dirty="0">
                <a:solidFill>
                  <a:schemeClr val="tx2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33;p37">
            <a:extLst>
              <a:ext uri="{FF2B5EF4-FFF2-40B4-BE49-F238E27FC236}">
                <a16:creationId xmlns:a16="http://schemas.microsoft.com/office/drawing/2014/main" id="{F69ADB4B-9856-7568-E8BC-931103C66904}"/>
              </a:ext>
            </a:extLst>
          </p:cNvPr>
          <p:cNvSpPr/>
          <p:nvPr/>
        </p:nvSpPr>
        <p:spPr>
          <a:xfrm>
            <a:off x="5909832" y="1213003"/>
            <a:ext cx="1113000" cy="1113000"/>
          </a:xfrm>
          <a:prstGeom prst="ellipse">
            <a:avLst/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700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7" name="Google Shape;327;p37"/>
          <p:cNvSpPr/>
          <p:nvPr/>
        </p:nvSpPr>
        <p:spPr>
          <a:xfrm>
            <a:off x="888878" y="2486550"/>
            <a:ext cx="2689500" cy="68336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7"/>
          <p:cNvSpPr txBox="1">
            <a:spLocks noGrp="1"/>
          </p:cNvSpPr>
          <p:nvPr>
            <p:ph type="title"/>
          </p:nvPr>
        </p:nvSpPr>
        <p:spPr>
          <a:xfrm>
            <a:off x="516210" y="419322"/>
            <a:ext cx="811158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Software Requirement Specification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29" name="Google Shape;329;p37"/>
          <p:cNvSpPr txBox="1">
            <a:spLocks noGrp="1"/>
          </p:cNvSpPr>
          <p:nvPr>
            <p:ph type="subTitle" idx="1"/>
          </p:nvPr>
        </p:nvSpPr>
        <p:spPr>
          <a:xfrm>
            <a:off x="1006620" y="2423096"/>
            <a:ext cx="2419332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Software Requirements</a:t>
            </a:r>
            <a:endParaRPr dirty="0"/>
          </a:p>
        </p:txBody>
      </p:sp>
      <p:sp>
        <p:nvSpPr>
          <p:cNvPr id="330" name="Google Shape;330;p37"/>
          <p:cNvSpPr txBox="1">
            <a:spLocks noGrp="1"/>
          </p:cNvSpPr>
          <p:nvPr>
            <p:ph type="subTitle" idx="2"/>
          </p:nvPr>
        </p:nvSpPr>
        <p:spPr>
          <a:xfrm>
            <a:off x="377952" y="3233373"/>
            <a:ext cx="3810876" cy="12353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b="1" dirty="0"/>
              <a:t>Frontend : Angular</a:t>
            </a:r>
          </a:p>
          <a:p>
            <a:pPr marL="285750" lvl="0" indent="-285750" algn="l" rtl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b="1" dirty="0"/>
              <a:t>Backend : ASP </a:t>
            </a:r>
            <a:r>
              <a:rPr lang="en-IN" b="1" dirty="0" err="1"/>
              <a:t>.Net</a:t>
            </a:r>
            <a:r>
              <a:rPr lang="en-IN" b="1" dirty="0"/>
              <a:t> Core</a:t>
            </a:r>
          </a:p>
          <a:p>
            <a:pPr marL="285750" lvl="0" indent="-285750" algn="l" rtl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b="1" dirty="0"/>
              <a:t>Database : </a:t>
            </a:r>
            <a:r>
              <a:rPr lang="en-IN" b="1" dirty="0" err="1"/>
              <a:t>SQLServer</a:t>
            </a:r>
            <a:endParaRPr lang="en-IN" b="1" dirty="0"/>
          </a:p>
          <a:p>
            <a:pPr marL="285750" lvl="0" indent="-285750" algn="l" rtl="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b="1" dirty="0"/>
              <a:t>Hosting : Localhost</a:t>
            </a:r>
            <a:endParaRPr b="1" dirty="0"/>
          </a:p>
        </p:txBody>
      </p:sp>
      <p:sp>
        <p:nvSpPr>
          <p:cNvPr id="333" name="Google Shape;333;p37"/>
          <p:cNvSpPr/>
          <p:nvPr/>
        </p:nvSpPr>
        <p:spPr>
          <a:xfrm>
            <a:off x="1563384" y="1206907"/>
            <a:ext cx="1113000" cy="1113000"/>
          </a:xfrm>
          <a:prstGeom prst="ellipse">
            <a:avLst/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700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35" name="Google Shape;335;p37"/>
          <p:cNvGrpSpPr/>
          <p:nvPr/>
        </p:nvGrpSpPr>
        <p:grpSpPr>
          <a:xfrm>
            <a:off x="1932608" y="1532849"/>
            <a:ext cx="374749" cy="412341"/>
            <a:chOff x="1441349" y="1261813"/>
            <a:chExt cx="374749" cy="412341"/>
          </a:xfrm>
        </p:grpSpPr>
        <p:sp>
          <p:nvSpPr>
            <p:cNvPr id="336" name="Google Shape;336;p37"/>
            <p:cNvSpPr/>
            <p:nvPr/>
          </p:nvSpPr>
          <p:spPr>
            <a:xfrm>
              <a:off x="1777978" y="1553865"/>
              <a:ext cx="38121" cy="31532"/>
            </a:xfrm>
            <a:custGeom>
              <a:avLst/>
              <a:gdLst/>
              <a:ahLst/>
              <a:cxnLst/>
              <a:rect l="l" t="t" r="r" b="b"/>
              <a:pathLst>
                <a:path w="1730" h="1431" extrusionOk="0">
                  <a:moveTo>
                    <a:pt x="309" y="1"/>
                  </a:moveTo>
                  <a:cubicBezTo>
                    <a:pt x="230" y="1"/>
                    <a:pt x="153" y="36"/>
                    <a:pt x="98" y="106"/>
                  </a:cubicBezTo>
                  <a:cubicBezTo>
                    <a:pt x="1" y="218"/>
                    <a:pt x="29" y="399"/>
                    <a:pt x="140" y="483"/>
                  </a:cubicBezTo>
                  <a:lnTo>
                    <a:pt x="1241" y="1375"/>
                  </a:lnTo>
                  <a:cubicBezTo>
                    <a:pt x="1296" y="1416"/>
                    <a:pt x="1352" y="1431"/>
                    <a:pt x="1408" y="1431"/>
                  </a:cubicBezTo>
                  <a:cubicBezTo>
                    <a:pt x="1492" y="1431"/>
                    <a:pt x="1575" y="1403"/>
                    <a:pt x="1631" y="1333"/>
                  </a:cubicBezTo>
                  <a:cubicBezTo>
                    <a:pt x="1729" y="1208"/>
                    <a:pt x="1701" y="1041"/>
                    <a:pt x="1590" y="942"/>
                  </a:cubicBezTo>
                  <a:lnTo>
                    <a:pt x="488" y="65"/>
                  </a:lnTo>
                  <a:cubicBezTo>
                    <a:pt x="433" y="22"/>
                    <a:pt x="371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7"/>
            <p:cNvSpPr/>
            <p:nvPr/>
          </p:nvSpPr>
          <p:spPr>
            <a:xfrm>
              <a:off x="1441349" y="1365642"/>
              <a:ext cx="330194" cy="230817"/>
            </a:xfrm>
            <a:custGeom>
              <a:avLst/>
              <a:gdLst/>
              <a:ahLst/>
              <a:cxnLst/>
              <a:rect l="l" t="t" r="r" b="b"/>
              <a:pathLst>
                <a:path w="14985" h="10475" extrusionOk="0">
                  <a:moveTo>
                    <a:pt x="6664" y="550"/>
                  </a:moveTo>
                  <a:cubicBezTo>
                    <a:pt x="6761" y="550"/>
                    <a:pt x="6859" y="578"/>
                    <a:pt x="6942" y="647"/>
                  </a:cubicBezTo>
                  <a:lnTo>
                    <a:pt x="7374" y="996"/>
                  </a:lnTo>
                  <a:lnTo>
                    <a:pt x="6803" y="1693"/>
                  </a:lnTo>
                  <a:lnTo>
                    <a:pt x="6370" y="1344"/>
                  </a:lnTo>
                  <a:cubicBezTo>
                    <a:pt x="6175" y="1192"/>
                    <a:pt x="6147" y="913"/>
                    <a:pt x="6301" y="718"/>
                  </a:cubicBezTo>
                  <a:cubicBezTo>
                    <a:pt x="6385" y="620"/>
                    <a:pt x="6482" y="564"/>
                    <a:pt x="6608" y="550"/>
                  </a:cubicBezTo>
                  <a:close/>
                  <a:moveTo>
                    <a:pt x="5757" y="1679"/>
                  </a:moveTo>
                  <a:cubicBezTo>
                    <a:pt x="5855" y="1679"/>
                    <a:pt x="5952" y="1707"/>
                    <a:pt x="6036" y="1777"/>
                  </a:cubicBezTo>
                  <a:lnTo>
                    <a:pt x="6454" y="2125"/>
                  </a:lnTo>
                  <a:lnTo>
                    <a:pt x="5896" y="2822"/>
                  </a:lnTo>
                  <a:lnTo>
                    <a:pt x="5465" y="2474"/>
                  </a:lnTo>
                  <a:cubicBezTo>
                    <a:pt x="5270" y="2320"/>
                    <a:pt x="5242" y="2041"/>
                    <a:pt x="5395" y="1846"/>
                  </a:cubicBezTo>
                  <a:cubicBezTo>
                    <a:pt x="5478" y="1749"/>
                    <a:pt x="5576" y="1693"/>
                    <a:pt x="5701" y="1679"/>
                  </a:cubicBezTo>
                  <a:close/>
                  <a:moveTo>
                    <a:pt x="4837" y="2808"/>
                  </a:moveTo>
                  <a:cubicBezTo>
                    <a:pt x="4949" y="2808"/>
                    <a:pt x="5047" y="2836"/>
                    <a:pt x="5130" y="2905"/>
                  </a:cubicBezTo>
                  <a:lnTo>
                    <a:pt x="5548" y="3254"/>
                  </a:lnTo>
                  <a:lnTo>
                    <a:pt x="4991" y="3951"/>
                  </a:lnTo>
                  <a:lnTo>
                    <a:pt x="4558" y="3602"/>
                  </a:lnTo>
                  <a:cubicBezTo>
                    <a:pt x="4475" y="3533"/>
                    <a:pt x="4406" y="3422"/>
                    <a:pt x="4391" y="3310"/>
                  </a:cubicBezTo>
                  <a:cubicBezTo>
                    <a:pt x="4378" y="3184"/>
                    <a:pt x="4419" y="3073"/>
                    <a:pt x="4489" y="2976"/>
                  </a:cubicBezTo>
                  <a:cubicBezTo>
                    <a:pt x="4586" y="2864"/>
                    <a:pt x="4712" y="2808"/>
                    <a:pt x="4837" y="2808"/>
                  </a:cubicBezTo>
                  <a:close/>
                  <a:moveTo>
                    <a:pt x="6664" y="0"/>
                  </a:moveTo>
                  <a:cubicBezTo>
                    <a:pt x="6627" y="0"/>
                    <a:pt x="6590" y="2"/>
                    <a:pt x="6552" y="6"/>
                  </a:cubicBezTo>
                  <a:cubicBezTo>
                    <a:pt x="6287" y="34"/>
                    <a:pt x="6050" y="160"/>
                    <a:pt x="5883" y="369"/>
                  </a:cubicBezTo>
                  <a:cubicBezTo>
                    <a:pt x="5701" y="592"/>
                    <a:pt x="5632" y="870"/>
                    <a:pt x="5673" y="1136"/>
                  </a:cubicBezTo>
                  <a:lnTo>
                    <a:pt x="5646" y="1136"/>
                  </a:lnTo>
                  <a:cubicBezTo>
                    <a:pt x="5381" y="1164"/>
                    <a:pt x="5144" y="1289"/>
                    <a:pt x="4976" y="1498"/>
                  </a:cubicBezTo>
                  <a:cubicBezTo>
                    <a:pt x="4796" y="1721"/>
                    <a:pt x="4726" y="2000"/>
                    <a:pt x="4768" y="2264"/>
                  </a:cubicBezTo>
                  <a:cubicBezTo>
                    <a:pt x="4503" y="2279"/>
                    <a:pt x="4238" y="2404"/>
                    <a:pt x="4071" y="2627"/>
                  </a:cubicBezTo>
                  <a:cubicBezTo>
                    <a:pt x="3932" y="2794"/>
                    <a:pt x="3848" y="3004"/>
                    <a:pt x="3848" y="3212"/>
                  </a:cubicBezTo>
                  <a:lnTo>
                    <a:pt x="3513" y="3533"/>
                  </a:lnTo>
                  <a:lnTo>
                    <a:pt x="3513" y="3547"/>
                  </a:lnTo>
                  <a:cubicBezTo>
                    <a:pt x="2858" y="4188"/>
                    <a:pt x="2454" y="5052"/>
                    <a:pt x="2384" y="5972"/>
                  </a:cubicBezTo>
                  <a:lnTo>
                    <a:pt x="2287" y="7310"/>
                  </a:lnTo>
                  <a:lnTo>
                    <a:pt x="98" y="10029"/>
                  </a:lnTo>
                  <a:cubicBezTo>
                    <a:pt x="1" y="10153"/>
                    <a:pt x="29" y="10321"/>
                    <a:pt x="140" y="10419"/>
                  </a:cubicBezTo>
                  <a:cubicBezTo>
                    <a:pt x="196" y="10460"/>
                    <a:pt x="252" y="10475"/>
                    <a:pt x="321" y="10475"/>
                  </a:cubicBezTo>
                  <a:cubicBezTo>
                    <a:pt x="391" y="10475"/>
                    <a:pt x="475" y="10447"/>
                    <a:pt x="531" y="10376"/>
                  </a:cubicBezTo>
                  <a:lnTo>
                    <a:pt x="2774" y="7589"/>
                  </a:lnTo>
                  <a:cubicBezTo>
                    <a:pt x="2802" y="7548"/>
                    <a:pt x="2830" y="7492"/>
                    <a:pt x="2830" y="7436"/>
                  </a:cubicBezTo>
                  <a:lnTo>
                    <a:pt x="2941" y="6014"/>
                  </a:lnTo>
                  <a:cubicBezTo>
                    <a:pt x="2997" y="5234"/>
                    <a:pt x="3332" y="4494"/>
                    <a:pt x="3889" y="3937"/>
                  </a:cubicBezTo>
                  <a:lnTo>
                    <a:pt x="4015" y="3812"/>
                  </a:lnTo>
                  <a:cubicBezTo>
                    <a:pt x="4071" y="3896"/>
                    <a:pt x="4140" y="3965"/>
                    <a:pt x="4224" y="4035"/>
                  </a:cubicBezTo>
                  <a:lnTo>
                    <a:pt x="4642" y="4383"/>
                  </a:lnTo>
                  <a:lnTo>
                    <a:pt x="4155" y="4996"/>
                  </a:lnTo>
                  <a:cubicBezTo>
                    <a:pt x="4057" y="5122"/>
                    <a:pt x="4071" y="5289"/>
                    <a:pt x="4196" y="5386"/>
                  </a:cubicBezTo>
                  <a:cubicBezTo>
                    <a:pt x="4238" y="5429"/>
                    <a:pt x="4307" y="5442"/>
                    <a:pt x="4363" y="5442"/>
                  </a:cubicBezTo>
                  <a:cubicBezTo>
                    <a:pt x="4447" y="5442"/>
                    <a:pt x="4517" y="5414"/>
                    <a:pt x="4573" y="5345"/>
                  </a:cubicBezTo>
                  <a:lnTo>
                    <a:pt x="8085" y="982"/>
                  </a:lnTo>
                  <a:cubicBezTo>
                    <a:pt x="8181" y="863"/>
                    <a:pt x="8326" y="798"/>
                    <a:pt x="8472" y="798"/>
                  </a:cubicBezTo>
                  <a:cubicBezTo>
                    <a:pt x="8582" y="798"/>
                    <a:pt x="8692" y="835"/>
                    <a:pt x="8782" y="913"/>
                  </a:cubicBezTo>
                  <a:cubicBezTo>
                    <a:pt x="8991" y="1080"/>
                    <a:pt x="9033" y="1387"/>
                    <a:pt x="8851" y="1610"/>
                  </a:cubicBezTo>
                  <a:lnTo>
                    <a:pt x="8824" y="1651"/>
                  </a:lnTo>
                  <a:cubicBezTo>
                    <a:pt x="8726" y="1762"/>
                    <a:pt x="8740" y="1930"/>
                    <a:pt x="8851" y="2028"/>
                  </a:cubicBezTo>
                  <a:cubicBezTo>
                    <a:pt x="8908" y="2072"/>
                    <a:pt x="8973" y="2093"/>
                    <a:pt x="9037" y="2093"/>
                  </a:cubicBezTo>
                  <a:cubicBezTo>
                    <a:pt x="9114" y="2093"/>
                    <a:pt x="9188" y="2061"/>
                    <a:pt x="9242" y="2000"/>
                  </a:cubicBezTo>
                  <a:lnTo>
                    <a:pt x="9284" y="1958"/>
                  </a:lnTo>
                  <a:cubicBezTo>
                    <a:pt x="9380" y="1830"/>
                    <a:pt x="9525" y="1766"/>
                    <a:pt x="9671" y="1766"/>
                  </a:cubicBezTo>
                  <a:cubicBezTo>
                    <a:pt x="9781" y="1766"/>
                    <a:pt x="9891" y="1802"/>
                    <a:pt x="9981" y="1874"/>
                  </a:cubicBezTo>
                  <a:cubicBezTo>
                    <a:pt x="10204" y="2041"/>
                    <a:pt x="10232" y="2362"/>
                    <a:pt x="10065" y="2571"/>
                  </a:cubicBezTo>
                  <a:lnTo>
                    <a:pt x="10022" y="2627"/>
                  </a:lnTo>
                  <a:cubicBezTo>
                    <a:pt x="9925" y="2753"/>
                    <a:pt x="9953" y="2920"/>
                    <a:pt x="10078" y="3017"/>
                  </a:cubicBezTo>
                  <a:cubicBezTo>
                    <a:pt x="10128" y="3050"/>
                    <a:pt x="10184" y="3066"/>
                    <a:pt x="10239" y="3066"/>
                  </a:cubicBezTo>
                  <a:cubicBezTo>
                    <a:pt x="10325" y="3066"/>
                    <a:pt x="10410" y="3029"/>
                    <a:pt x="10468" y="2961"/>
                  </a:cubicBezTo>
                  <a:lnTo>
                    <a:pt x="10496" y="2920"/>
                  </a:lnTo>
                  <a:cubicBezTo>
                    <a:pt x="10592" y="2800"/>
                    <a:pt x="10737" y="2735"/>
                    <a:pt x="10883" y="2735"/>
                  </a:cubicBezTo>
                  <a:cubicBezTo>
                    <a:pt x="10993" y="2735"/>
                    <a:pt x="11104" y="2772"/>
                    <a:pt x="11193" y="2850"/>
                  </a:cubicBezTo>
                  <a:cubicBezTo>
                    <a:pt x="11403" y="3017"/>
                    <a:pt x="11444" y="3324"/>
                    <a:pt x="11263" y="3547"/>
                  </a:cubicBezTo>
                  <a:cubicBezTo>
                    <a:pt x="11263" y="3547"/>
                    <a:pt x="11235" y="3589"/>
                    <a:pt x="11221" y="3602"/>
                  </a:cubicBezTo>
                  <a:cubicBezTo>
                    <a:pt x="11137" y="3728"/>
                    <a:pt x="11165" y="3896"/>
                    <a:pt x="11277" y="3993"/>
                  </a:cubicBezTo>
                  <a:cubicBezTo>
                    <a:pt x="11326" y="4026"/>
                    <a:pt x="11383" y="4041"/>
                    <a:pt x="11438" y="4041"/>
                  </a:cubicBezTo>
                  <a:cubicBezTo>
                    <a:pt x="11524" y="4041"/>
                    <a:pt x="11608" y="4004"/>
                    <a:pt x="11667" y="3937"/>
                  </a:cubicBezTo>
                  <a:lnTo>
                    <a:pt x="11695" y="3881"/>
                  </a:lnTo>
                  <a:cubicBezTo>
                    <a:pt x="11797" y="3763"/>
                    <a:pt x="11940" y="3703"/>
                    <a:pt x="12082" y="3703"/>
                  </a:cubicBezTo>
                  <a:cubicBezTo>
                    <a:pt x="12191" y="3703"/>
                    <a:pt x="12301" y="3739"/>
                    <a:pt x="12392" y="3812"/>
                  </a:cubicBezTo>
                  <a:cubicBezTo>
                    <a:pt x="12615" y="3979"/>
                    <a:pt x="12643" y="4299"/>
                    <a:pt x="12475" y="4509"/>
                  </a:cubicBezTo>
                  <a:lnTo>
                    <a:pt x="12169" y="4885"/>
                  </a:lnTo>
                  <a:lnTo>
                    <a:pt x="10886" y="3951"/>
                  </a:lnTo>
                  <a:cubicBezTo>
                    <a:pt x="10650" y="3784"/>
                    <a:pt x="10385" y="3700"/>
                    <a:pt x="10106" y="3700"/>
                  </a:cubicBezTo>
                  <a:lnTo>
                    <a:pt x="8587" y="3714"/>
                  </a:lnTo>
                  <a:cubicBezTo>
                    <a:pt x="8043" y="3714"/>
                    <a:pt x="7611" y="4160"/>
                    <a:pt x="7597" y="4690"/>
                  </a:cubicBezTo>
                  <a:cubicBezTo>
                    <a:pt x="7597" y="5163"/>
                    <a:pt x="7918" y="5568"/>
                    <a:pt x="8377" y="5680"/>
                  </a:cubicBezTo>
                  <a:lnTo>
                    <a:pt x="9827" y="6014"/>
                  </a:lnTo>
                  <a:lnTo>
                    <a:pt x="9827" y="6126"/>
                  </a:lnTo>
                  <a:cubicBezTo>
                    <a:pt x="9842" y="6585"/>
                    <a:pt x="9953" y="7018"/>
                    <a:pt x="10148" y="7422"/>
                  </a:cubicBezTo>
                  <a:cubicBezTo>
                    <a:pt x="10134" y="7436"/>
                    <a:pt x="10106" y="7449"/>
                    <a:pt x="10106" y="7464"/>
                  </a:cubicBezTo>
                  <a:lnTo>
                    <a:pt x="9396" y="8341"/>
                  </a:lnTo>
                  <a:cubicBezTo>
                    <a:pt x="9297" y="8453"/>
                    <a:pt x="9325" y="8635"/>
                    <a:pt x="9437" y="8732"/>
                  </a:cubicBezTo>
                  <a:cubicBezTo>
                    <a:pt x="9493" y="8760"/>
                    <a:pt x="9548" y="8787"/>
                    <a:pt x="9604" y="8787"/>
                  </a:cubicBezTo>
                  <a:cubicBezTo>
                    <a:pt x="9688" y="8787"/>
                    <a:pt x="9771" y="8746"/>
                    <a:pt x="9827" y="8676"/>
                  </a:cubicBezTo>
                  <a:lnTo>
                    <a:pt x="10440" y="7910"/>
                  </a:lnTo>
                  <a:cubicBezTo>
                    <a:pt x="10594" y="8118"/>
                    <a:pt x="10789" y="8314"/>
                    <a:pt x="10998" y="8481"/>
                  </a:cubicBezTo>
                  <a:lnTo>
                    <a:pt x="11193" y="8648"/>
                  </a:lnTo>
                  <a:cubicBezTo>
                    <a:pt x="11249" y="8690"/>
                    <a:pt x="11305" y="8704"/>
                    <a:pt x="11375" y="8704"/>
                  </a:cubicBezTo>
                  <a:cubicBezTo>
                    <a:pt x="11444" y="8704"/>
                    <a:pt x="11528" y="8676"/>
                    <a:pt x="11583" y="8607"/>
                  </a:cubicBezTo>
                  <a:cubicBezTo>
                    <a:pt x="11681" y="8495"/>
                    <a:pt x="11654" y="8314"/>
                    <a:pt x="11542" y="8217"/>
                  </a:cubicBezTo>
                  <a:lnTo>
                    <a:pt x="11332" y="8063"/>
                  </a:lnTo>
                  <a:cubicBezTo>
                    <a:pt x="10747" y="7589"/>
                    <a:pt x="10399" y="6878"/>
                    <a:pt x="10385" y="6126"/>
                  </a:cubicBezTo>
                  <a:lnTo>
                    <a:pt x="10371" y="5791"/>
                  </a:lnTo>
                  <a:cubicBezTo>
                    <a:pt x="10371" y="5665"/>
                    <a:pt x="10288" y="5554"/>
                    <a:pt x="10162" y="5526"/>
                  </a:cubicBezTo>
                  <a:lnTo>
                    <a:pt x="8489" y="5136"/>
                  </a:lnTo>
                  <a:cubicBezTo>
                    <a:pt x="8294" y="5094"/>
                    <a:pt x="8141" y="4913"/>
                    <a:pt x="8154" y="4704"/>
                  </a:cubicBezTo>
                  <a:cubicBezTo>
                    <a:pt x="8154" y="4453"/>
                    <a:pt x="8350" y="4258"/>
                    <a:pt x="8587" y="4258"/>
                  </a:cubicBezTo>
                  <a:lnTo>
                    <a:pt x="10106" y="4258"/>
                  </a:lnTo>
                  <a:cubicBezTo>
                    <a:pt x="10273" y="4258"/>
                    <a:pt x="10427" y="4299"/>
                    <a:pt x="10566" y="4397"/>
                  </a:cubicBezTo>
                  <a:lnTo>
                    <a:pt x="12462" y="5763"/>
                  </a:lnTo>
                  <a:cubicBezTo>
                    <a:pt x="12629" y="5888"/>
                    <a:pt x="12782" y="6056"/>
                    <a:pt x="12880" y="6251"/>
                  </a:cubicBezTo>
                  <a:lnTo>
                    <a:pt x="13591" y="7533"/>
                  </a:lnTo>
                  <a:cubicBezTo>
                    <a:pt x="13618" y="7575"/>
                    <a:pt x="13633" y="7603"/>
                    <a:pt x="13661" y="7617"/>
                  </a:cubicBezTo>
                  <a:lnTo>
                    <a:pt x="14510" y="8300"/>
                  </a:lnTo>
                  <a:cubicBezTo>
                    <a:pt x="14557" y="8341"/>
                    <a:pt x="14613" y="8359"/>
                    <a:pt x="14670" y="8359"/>
                  </a:cubicBezTo>
                  <a:cubicBezTo>
                    <a:pt x="14749" y="8359"/>
                    <a:pt x="14830" y="8323"/>
                    <a:pt x="14887" y="8258"/>
                  </a:cubicBezTo>
                  <a:cubicBezTo>
                    <a:pt x="14984" y="8133"/>
                    <a:pt x="14971" y="7966"/>
                    <a:pt x="14845" y="7868"/>
                  </a:cubicBezTo>
                  <a:lnTo>
                    <a:pt x="14051" y="7226"/>
                  </a:lnTo>
                  <a:lnTo>
                    <a:pt x="13367" y="5986"/>
                  </a:lnTo>
                  <a:cubicBezTo>
                    <a:pt x="13228" y="5721"/>
                    <a:pt x="13020" y="5498"/>
                    <a:pt x="12782" y="5317"/>
                  </a:cubicBezTo>
                  <a:lnTo>
                    <a:pt x="12615" y="5206"/>
                  </a:lnTo>
                  <a:lnTo>
                    <a:pt x="12894" y="4857"/>
                  </a:lnTo>
                  <a:cubicBezTo>
                    <a:pt x="13256" y="4411"/>
                    <a:pt x="13187" y="3742"/>
                    <a:pt x="12741" y="3379"/>
                  </a:cubicBezTo>
                  <a:cubicBezTo>
                    <a:pt x="12548" y="3233"/>
                    <a:pt x="12319" y="3159"/>
                    <a:pt x="12083" y="3159"/>
                  </a:cubicBezTo>
                  <a:cubicBezTo>
                    <a:pt x="12028" y="3159"/>
                    <a:pt x="11973" y="3163"/>
                    <a:pt x="11918" y="3171"/>
                  </a:cubicBezTo>
                  <a:cubicBezTo>
                    <a:pt x="11904" y="2878"/>
                    <a:pt x="11778" y="2613"/>
                    <a:pt x="11542" y="2418"/>
                  </a:cubicBezTo>
                  <a:cubicBezTo>
                    <a:pt x="11338" y="2259"/>
                    <a:pt x="11106" y="2183"/>
                    <a:pt x="10876" y="2183"/>
                  </a:cubicBezTo>
                  <a:cubicBezTo>
                    <a:pt x="10823" y="2183"/>
                    <a:pt x="10771" y="2187"/>
                    <a:pt x="10719" y="2195"/>
                  </a:cubicBezTo>
                  <a:cubicBezTo>
                    <a:pt x="10706" y="1916"/>
                    <a:pt x="10566" y="1638"/>
                    <a:pt x="10329" y="1442"/>
                  </a:cubicBezTo>
                  <a:cubicBezTo>
                    <a:pt x="10137" y="1295"/>
                    <a:pt x="9907" y="1221"/>
                    <a:pt x="9677" y="1221"/>
                  </a:cubicBezTo>
                  <a:cubicBezTo>
                    <a:pt x="9625" y="1221"/>
                    <a:pt x="9572" y="1225"/>
                    <a:pt x="9520" y="1233"/>
                  </a:cubicBezTo>
                  <a:cubicBezTo>
                    <a:pt x="9493" y="941"/>
                    <a:pt x="9368" y="675"/>
                    <a:pt x="9130" y="480"/>
                  </a:cubicBezTo>
                  <a:cubicBezTo>
                    <a:pt x="8935" y="323"/>
                    <a:pt x="8703" y="248"/>
                    <a:pt x="8472" y="248"/>
                  </a:cubicBezTo>
                  <a:cubicBezTo>
                    <a:pt x="8192" y="248"/>
                    <a:pt x="7915" y="358"/>
                    <a:pt x="7708" y="564"/>
                  </a:cubicBezTo>
                  <a:lnTo>
                    <a:pt x="7277" y="216"/>
                  </a:lnTo>
                  <a:cubicBezTo>
                    <a:pt x="7097" y="72"/>
                    <a:pt x="6887" y="0"/>
                    <a:pt x="66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7"/>
            <p:cNvSpPr/>
            <p:nvPr/>
          </p:nvSpPr>
          <p:spPr>
            <a:xfrm>
              <a:off x="1531957" y="1567307"/>
              <a:ext cx="210412" cy="106848"/>
            </a:xfrm>
            <a:custGeom>
              <a:avLst/>
              <a:gdLst/>
              <a:ahLst/>
              <a:cxnLst/>
              <a:rect l="l" t="t" r="r" b="b"/>
              <a:pathLst>
                <a:path w="9549" h="4849" extrusionOk="0">
                  <a:moveTo>
                    <a:pt x="4766" y="0"/>
                  </a:moveTo>
                  <a:cubicBezTo>
                    <a:pt x="4684" y="0"/>
                    <a:pt x="4600" y="32"/>
                    <a:pt x="4544" y="96"/>
                  </a:cubicBezTo>
                  <a:lnTo>
                    <a:pt x="4001" y="793"/>
                  </a:lnTo>
                  <a:cubicBezTo>
                    <a:pt x="3624" y="1252"/>
                    <a:pt x="3095" y="1559"/>
                    <a:pt x="2496" y="1643"/>
                  </a:cubicBezTo>
                  <a:cubicBezTo>
                    <a:pt x="2370" y="1657"/>
                    <a:pt x="2245" y="1726"/>
                    <a:pt x="2175" y="1824"/>
                  </a:cubicBezTo>
                  <a:lnTo>
                    <a:pt x="98" y="4402"/>
                  </a:lnTo>
                  <a:cubicBezTo>
                    <a:pt x="0" y="4528"/>
                    <a:pt x="28" y="4696"/>
                    <a:pt x="140" y="4793"/>
                  </a:cubicBezTo>
                  <a:cubicBezTo>
                    <a:pt x="195" y="4835"/>
                    <a:pt x="251" y="4848"/>
                    <a:pt x="307" y="4848"/>
                  </a:cubicBezTo>
                  <a:cubicBezTo>
                    <a:pt x="391" y="4848"/>
                    <a:pt x="474" y="4821"/>
                    <a:pt x="530" y="4751"/>
                  </a:cubicBezTo>
                  <a:lnTo>
                    <a:pt x="2593" y="2187"/>
                  </a:lnTo>
                  <a:cubicBezTo>
                    <a:pt x="3123" y="2103"/>
                    <a:pt x="3611" y="1894"/>
                    <a:pt x="4015" y="1559"/>
                  </a:cubicBezTo>
                  <a:lnTo>
                    <a:pt x="5033" y="2326"/>
                  </a:lnTo>
                  <a:cubicBezTo>
                    <a:pt x="5576" y="2730"/>
                    <a:pt x="6217" y="2967"/>
                    <a:pt x="6900" y="2981"/>
                  </a:cubicBezTo>
                  <a:lnTo>
                    <a:pt x="6914" y="2981"/>
                  </a:lnTo>
                  <a:lnTo>
                    <a:pt x="9060" y="4724"/>
                  </a:lnTo>
                  <a:cubicBezTo>
                    <a:pt x="9116" y="4765"/>
                    <a:pt x="9172" y="4779"/>
                    <a:pt x="9242" y="4779"/>
                  </a:cubicBezTo>
                  <a:cubicBezTo>
                    <a:pt x="9311" y="4779"/>
                    <a:pt x="9395" y="4737"/>
                    <a:pt x="9451" y="4681"/>
                  </a:cubicBezTo>
                  <a:cubicBezTo>
                    <a:pt x="9549" y="4556"/>
                    <a:pt x="9521" y="4389"/>
                    <a:pt x="9409" y="4291"/>
                  </a:cubicBezTo>
                  <a:lnTo>
                    <a:pt x="7179" y="2507"/>
                  </a:lnTo>
                  <a:cubicBezTo>
                    <a:pt x="7137" y="2466"/>
                    <a:pt x="7081" y="2438"/>
                    <a:pt x="7025" y="2438"/>
                  </a:cubicBezTo>
                  <a:lnTo>
                    <a:pt x="6914" y="2438"/>
                  </a:lnTo>
                  <a:cubicBezTo>
                    <a:pt x="6356" y="2423"/>
                    <a:pt x="5813" y="2228"/>
                    <a:pt x="5367" y="1894"/>
                  </a:cubicBezTo>
                  <a:lnTo>
                    <a:pt x="4405" y="1155"/>
                  </a:lnTo>
                  <a:lnTo>
                    <a:pt x="4419" y="1141"/>
                  </a:lnTo>
                  <a:lnTo>
                    <a:pt x="4977" y="444"/>
                  </a:lnTo>
                  <a:cubicBezTo>
                    <a:pt x="5074" y="332"/>
                    <a:pt x="5061" y="152"/>
                    <a:pt x="4935" y="54"/>
                  </a:cubicBezTo>
                  <a:cubicBezTo>
                    <a:pt x="4887" y="18"/>
                    <a:pt x="4827" y="0"/>
                    <a:pt x="47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7"/>
            <p:cNvSpPr/>
            <p:nvPr/>
          </p:nvSpPr>
          <p:spPr>
            <a:xfrm>
              <a:off x="1600750" y="1261813"/>
              <a:ext cx="51011" cy="53920"/>
            </a:xfrm>
            <a:custGeom>
              <a:avLst/>
              <a:gdLst/>
              <a:ahLst/>
              <a:cxnLst/>
              <a:rect l="l" t="t" r="r" b="b"/>
              <a:pathLst>
                <a:path w="2315" h="2447" extrusionOk="0">
                  <a:moveTo>
                    <a:pt x="1153" y="551"/>
                  </a:moveTo>
                  <a:cubicBezTo>
                    <a:pt x="1339" y="551"/>
                    <a:pt x="1527" y="579"/>
                    <a:pt x="1716" y="635"/>
                  </a:cubicBezTo>
                  <a:lnTo>
                    <a:pt x="1158" y="1806"/>
                  </a:lnTo>
                  <a:lnTo>
                    <a:pt x="600" y="635"/>
                  </a:lnTo>
                  <a:cubicBezTo>
                    <a:pt x="782" y="579"/>
                    <a:pt x="966" y="551"/>
                    <a:pt x="1153" y="551"/>
                  </a:cubicBezTo>
                  <a:close/>
                  <a:moveTo>
                    <a:pt x="1151" y="0"/>
                  </a:moveTo>
                  <a:cubicBezTo>
                    <a:pt x="879" y="0"/>
                    <a:pt x="607" y="49"/>
                    <a:pt x="335" y="146"/>
                  </a:cubicBezTo>
                  <a:cubicBezTo>
                    <a:pt x="210" y="189"/>
                    <a:pt x="112" y="286"/>
                    <a:pt x="56" y="412"/>
                  </a:cubicBezTo>
                  <a:cubicBezTo>
                    <a:pt x="1" y="537"/>
                    <a:pt x="15" y="676"/>
                    <a:pt x="71" y="802"/>
                  </a:cubicBezTo>
                  <a:lnTo>
                    <a:pt x="725" y="2168"/>
                  </a:lnTo>
                  <a:cubicBezTo>
                    <a:pt x="809" y="2335"/>
                    <a:pt x="976" y="2447"/>
                    <a:pt x="1158" y="2447"/>
                  </a:cubicBezTo>
                  <a:cubicBezTo>
                    <a:pt x="1339" y="2447"/>
                    <a:pt x="1506" y="2335"/>
                    <a:pt x="1590" y="2168"/>
                  </a:cubicBezTo>
                  <a:lnTo>
                    <a:pt x="2245" y="802"/>
                  </a:lnTo>
                  <a:cubicBezTo>
                    <a:pt x="2301" y="676"/>
                    <a:pt x="2314" y="537"/>
                    <a:pt x="2259" y="412"/>
                  </a:cubicBezTo>
                  <a:cubicBezTo>
                    <a:pt x="2203" y="286"/>
                    <a:pt x="2106" y="189"/>
                    <a:pt x="1966" y="146"/>
                  </a:cubicBezTo>
                  <a:cubicBezTo>
                    <a:pt x="1694" y="49"/>
                    <a:pt x="1423" y="0"/>
                    <a:pt x="1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7"/>
            <p:cNvSpPr/>
            <p:nvPr/>
          </p:nvSpPr>
          <p:spPr>
            <a:xfrm>
              <a:off x="1694443" y="1290812"/>
              <a:ext cx="52531" cy="53479"/>
            </a:xfrm>
            <a:custGeom>
              <a:avLst/>
              <a:gdLst/>
              <a:ahLst/>
              <a:cxnLst/>
              <a:rect l="l" t="t" r="r" b="b"/>
              <a:pathLst>
                <a:path w="2384" h="2427" extrusionOk="0">
                  <a:moveTo>
                    <a:pt x="920" y="573"/>
                  </a:moveTo>
                  <a:cubicBezTo>
                    <a:pt x="1283" y="726"/>
                    <a:pt x="1561" y="964"/>
                    <a:pt x="1784" y="1298"/>
                  </a:cubicBezTo>
                  <a:lnTo>
                    <a:pt x="614" y="1828"/>
                  </a:lnTo>
                  <a:lnTo>
                    <a:pt x="614" y="1828"/>
                  </a:lnTo>
                  <a:lnTo>
                    <a:pt x="920" y="573"/>
                  </a:lnTo>
                  <a:close/>
                  <a:moveTo>
                    <a:pt x="871" y="1"/>
                  </a:moveTo>
                  <a:cubicBezTo>
                    <a:pt x="794" y="1"/>
                    <a:pt x="718" y="18"/>
                    <a:pt x="655" y="57"/>
                  </a:cubicBezTo>
                  <a:cubicBezTo>
                    <a:pt x="530" y="113"/>
                    <a:pt x="446" y="224"/>
                    <a:pt x="404" y="364"/>
                  </a:cubicBezTo>
                  <a:lnTo>
                    <a:pt x="42" y="1828"/>
                  </a:lnTo>
                  <a:cubicBezTo>
                    <a:pt x="0" y="2008"/>
                    <a:pt x="56" y="2204"/>
                    <a:pt x="195" y="2315"/>
                  </a:cubicBezTo>
                  <a:cubicBezTo>
                    <a:pt x="292" y="2399"/>
                    <a:pt x="391" y="2427"/>
                    <a:pt x="502" y="2427"/>
                  </a:cubicBezTo>
                  <a:cubicBezTo>
                    <a:pt x="571" y="2427"/>
                    <a:pt x="642" y="2413"/>
                    <a:pt x="711" y="2385"/>
                  </a:cubicBezTo>
                  <a:lnTo>
                    <a:pt x="2077" y="1757"/>
                  </a:lnTo>
                  <a:cubicBezTo>
                    <a:pt x="2203" y="1702"/>
                    <a:pt x="2300" y="1590"/>
                    <a:pt x="2342" y="1465"/>
                  </a:cubicBezTo>
                  <a:cubicBezTo>
                    <a:pt x="2383" y="1339"/>
                    <a:pt x="2370" y="1187"/>
                    <a:pt x="2300" y="1075"/>
                  </a:cubicBezTo>
                  <a:cubicBezTo>
                    <a:pt x="1993" y="573"/>
                    <a:pt x="1575" y="224"/>
                    <a:pt x="1045" y="29"/>
                  </a:cubicBezTo>
                  <a:cubicBezTo>
                    <a:pt x="991" y="11"/>
                    <a:pt x="931" y="1"/>
                    <a:pt x="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7"/>
            <p:cNvSpPr/>
            <p:nvPr/>
          </p:nvSpPr>
          <p:spPr>
            <a:xfrm>
              <a:off x="1505537" y="1290812"/>
              <a:ext cx="52553" cy="53479"/>
            </a:xfrm>
            <a:custGeom>
              <a:avLst/>
              <a:gdLst/>
              <a:ahLst/>
              <a:cxnLst/>
              <a:rect l="l" t="t" r="r" b="b"/>
              <a:pathLst>
                <a:path w="2385" h="2427" extrusionOk="0">
                  <a:moveTo>
                    <a:pt x="1465" y="573"/>
                  </a:moveTo>
                  <a:lnTo>
                    <a:pt x="1771" y="1828"/>
                  </a:lnTo>
                  <a:lnTo>
                    <a:pt x="600" y="1298"/>
                  </a:lnTo>
                  <a:cubicBezTo>
                    <a:pt x="823" y="964"/>
                    <a:pt x="1102" y="726"/>
                    <a:pt x="1465" y="573"/>
                  </a:cubicBezTo>
                  <a:close/>
                  <a:moveTo>
                    <a:pt x="1513" y="1"/>
                  </a:moveTo>
                  <a:cubicBezTo>
                    <a:pt x="1454" y="1"/>
                    <a:pt x="1394" y="11"/>
                    <a:pt x="1339" y="29"/>
                  </a:cubicBezTo>
                  <a:cubicBezTo>
                    <a:pt x="809" y="224"/>
                    <a:pt x="391" y="573"/>
                    <a:pt x="84" y="1075"/>
                  </a:cubicBezTo>
                  <a:cubicBezTo>
                    <a:pt x="15" y="1187"/>
                    <a:pt x="1" y="1339"/>
                    <a:pt x="43" y="1465"/>
                  </a:cubicBezTo>
                  <a:cubicBezTo>
                    <a:pt x="84" y="1590"/>
                    <a:pt x="182" y="1702"/>
                    <a:pt x="307" y="1757"/>
                  </a:cubicBezTo>
                  <a:lnTo>
                    <a:pt x="1673" y="2385"/>
                  </a:lnTo>
                  <a:cubicBezTo>
                    <a:pt x="1743" y="2413"/>
                    <a:pt x="1813" y="2427"/>
                    <a:pt x="1883" y="2427"/>
                  </a:cubicBezTo>
                  <a:cubicBezTo>
                    <a:pt x="1994" y="2427"/>
                    <a:pt x="2091" y="2399"/>
                    <a:pt x="2189" y="2315"/>
                  </a:cubicBezTo>
                  <a:cubicBezTo>
                    <a:pt x="2329" y="2204"/>
                    <a:pt x="2385" y="2008"/>
                    <a:pt x="2342" y="1828"/>
                  </a:cubicBezTo>
                  <a:lnTo>
                    <a:pt x="1980" y="364"/>
                  </a:lnTo>
                  <a:cubicBezTo>
                    <a:pt x="1939" y="224"/>
                    <a:pt x="1855" y="113"/>
                    <a:pt x="1729" y="57"/>
                  </a:cubicBezTo>
                  <a:cubicBezTo>
                    <a:pt x="1666" y="18"/>
                    <a:pt x="1590" y="1"/>
                    <a:pt x="1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2" name="Google Shape;342;p37"/>
          <p:cNvSpPr/>
          <p:nvPr/>
        </p:nvSpPr>
        <p:spPr>
          <a:xfrm>
            <a:off x="6232602" y="1532849"/>
            <a:ext cx="412495" cy="355182"/>
          </a:xfrm>
          <a:custGeom>
            <a:avLst/>
            <a:gdLst/>
            <a:ahLst/>
            <a:cxnLst/>
            <a:rect l="l" t="t" r="r" b="b"/>
            <a:pathLst>
              <a:path w="18720" h="16119" extrusionOk="0">
                <a:moveTo>
                  <a:pt x="11792" y="6124"/>
                </a:moveTo>
                <a:cubicBezTo>
                  <a:pt x="11318" y="6445"/>
                  <a:pt x="10802" y="6752"/>
                  <a:pt x="10287" y="7031"/>
                </a:cubicBezTo>
                <a:lnTo>
                  <a:pt x="10287" y="6208"/>
                </a:lnTo>
                <a:cubicBezTo>
                  <a:pt x="10287" y="6167"/>
                  <a:pt x="10328" y="6124"/>
                  <a:pt x="10384" y="6124"/>
                </a:cubicBezTo>
                <a:close/>
                <a:moveTo>
                  <a:pt x="8363" y="7184"/>
                </a:moveTo>
                <a:cubicBezTo>
                  <a:pt x="8405" y="7184"/>
                  <a:pt x="8447" y="7226"/>
                  <a:pt x="8447" y="7282"/>
                </a:cubicBezTo>
                <a:lnTo>
                  <a:pt x="8447" y="7895"/>
                </a:lnTo>
                <a:cubicBezTo>
                  <a:pt x="7680" y="8215"/>
                  <a:pt x="6886" y="8480"/>
                  <a:pt x="6091" y="8676"/>
                </a:cubicBezTo>
                <a:lnTo>
                  <a:pt x="6091" y="7282"/>
                </a:lnTo>
                <a:cubicBezTo>
                  <a:pt x="6091" y="7226"/>
                  <a:pt x="6133" y="7184"/>
                  <a:pt x="6174" y="7184"/>
                </a:cubicBezTo>
                <a:close/>
                <a:moveTo>
                  <a:pt x="4154" y="8062"/>
                </a:moveTo>
                <a:cubicBezTo>
                  <a:pt x="4210" y="8062"/>
                  <a:pt x="4251" y="8104"/>
                  <a:pt x="4251" y="8146"/>
                </a:cubicBezTo>
                <a:lnTo>
                  <a:pt x="4251" y="9051"/>
                </a:lnTo>
                <a:cubicBezTo>
                  <a:pt x="3470" y="9163"/>
                  <a:pt x="2676" y="9233"/>
                  <a:pt x="1881" y="9247"/>
                </a:cubicBezTo>
                <a:lnTo>
                  <a:pt x="1881" y="8146"/>
                </a:lnTo>
                <a:cubicBezTo>
                  <a:pt x="1881" y="8104"/>
                  <a:pt x="1924" y="8062"/>
                  <a:pt x="1965" y="8062"/>
                </a:cubicBezTo>
                <a:close/>
                <a:moveTo>
                  <a:pt x="5533" y="10488"/>
                </a:moveTo>
                <a:lnTo>
                  <a:pt x="5533" y="13749"/>
                </a:lnTo>
                <a:lnTo>
                  <a:pt x="4795" y="13749"/>
                </a:lnTo>
                <a:lnTo>
                  <a:pt x="4795" y="12787"/>
                </a:lnTo>
                <a:cubicBezTo>
                  <a:pt x="4795" y="12634"/>
                  <a:pt x="4669" y="12523"/>
                  <a:pt x="4516" y="12523"/>
                </a:cubicBezTo>
                <a:cubicBezTo>
                  <a:pt x="4362" y="12523"/>
                  <a:pt x="4251" y="12634"/>
                  <a:pt x="4251" y="12787"/>
                </a:cubicBezTo>
                <a:lnTo>
                  <a:pt x="4251" y="13749"/>
                </a:lnTo>
                <a:lnTo>
                  <a:pt x="1881" y="13749"/>
                </a:lnTo>
                <a:lnTo>
                  <a:pt x="1881" y="10906"/>
                </a:lnTo>
                <a:cubicBezTo>
                  <a:pt x="2676" y="10878"/>
                  <a:pt x="3457" y="10822"/>
                  <a:pt x="4251" y="10711"/>
                </a:cubicBezTo>
                <a:lnTo>
                  <a:pt x="4251" y="11616"/>
                </a:lnTo>
                <a:cubicBezTo>
                  <a:pt x="4251" y="11770"/>
                  <a:pt x="4362" y="11895"/>
                  <a:pt x="4516" y="11895"/>
                </a:cubicBezTo>
                <a:cubicBezTo>
                  <a:pt x="4669" y="11895"/>
                  <a:pt x="4795" y="11770"/>
                  <a:pt x="4795" y="11616"/>
                </a:cubicBezTo>
                <a:lnTo>
                  <a:pt x="4795" y="10627"/>
                </a:lnTo>
                <a:cubicBezTo>
                  <a:pt x="5046" y="10585"/>
                  <a:pt x="5297" y="10543"/>
                  <a:pt x="5533" y="10488"/>
                </a:cubicBezTo>
                <a:close/>
                <a:moveTo>
                  <a:pt x="8447" y="9665"/>
                </a:moveTo>
                <a:lnTo>
                  <a:pt x="8447" y="13749"/>
                </a:lnTo>
                <a:lnTo>
                  <a:pt x="6091" y="13749"/>
                </a:lnTo>
                <a:lnTo>
                  <a:pt x="6091" y="10376"/>
                </a:lnTo>
                <a:cubicBezTo>
                  <a:pt x="6886" y="10181"/>
                  <a:pt x="7680" y="9943"/>
                  <a:pt x="8447" y="9665"/>
                </a:cubicBezTo>
                <a:close/>
                <a:moveTo>
                  <a:pt x="9743" y="9135"/>
                </a:moveTo>
                <a:lnTo>
                  <a:pt x="9743" y="13749"/>
                </a:lnTo>
                <a:lnTo>
                  <a:pt x="9005" y="13749"/>
                </a:lnTo>
                <a:lnTo>
                  <a:pt x="9005" y="9456"/>
                </a:lnTo>
                <a:cubicBezTo>
                  <a:pt x="9255" y="9358"/>
                  <a:pt x="9492" y="9247"/>
                  <a:pt x="9743" y="9135"/>
                </a:cubicBezTo>
                <a:close/>
                <a:moveTo>
                  <a:pt x="13952" y="6585"/>
                </a:moveTo>
                <a:lnTo>
                  <a:pt x="13952" y="13749"/>
                </a:lnTo>
                <a:lnTo>
                  <a:pt x="13200" y="13749"/>
                </a:lnTo>
                <a:lnTo>
                  <a:pt x="13200" y="11616"/>
                </a:lnTo>
                <a:cubicBezTo>
                  <a:pt x="13200" y="11463"/>
                  <a:pt x="13075" y="11337"/>
                  <a:pt x="12935" y="11337"/>
                </a:cubicBezTo>
                <a:cubicBezTo>
                  <a:pt x="12781" y="11337"/>
                  <a:pt x="12656" y="11463"/>
                  <a:pt x="12656" y="11616"/>
                </a:cubicBezTo>
                <a:lnTo>
                  <a:pt x="12656" y="13749"/>
                </a:lnTo>
                <a:lnTo>
                  <a:pt x="10287" y="13749"/>
                </a:lnTo>
                <a:lnTo>
                  <a:pt x="10287" y="8884"/>
                </a:lnTo>
                <a:cubicBezTo>
                  <a:pt x="10440" y="8815"/>
                  <a:pt x="10579" y="8731"/>
                  <a:pt x="10718" y="8661"/>
                </a:cubicBezTo>
                <a:cubicBezTo>
                  <a:pt x="11388" y="8327"/>
                  <a:pt x="12029" y="7936"/>
                  <a:pt x="12656" y="7533"/>
                </a:cubicBezTo>
                <a:lnTo>
                  <a:pt x="12656" y="10445"/>
                </a:lnTo>
                <a:cubicBezTo>
                  <a:pt x="12656" y="10599"/>
                  <a:pt x="12781" y="10724"/>
                  <a:pt x="12935" y="10724"/>
                </a:cubicBezTo>
                <a:cubicBezTo>
                  <a:pt x="13075" y="10724"/>
                  <a:pt x="13200" y="10599"/>
                  <a:pt x="13200" y="10445"/>
                </a:cubicBezTo>
                <a:lnTo>
                  <a:pt x="13200" y="7142"/>
                </a:lnTo>
                <a:cubicBezTo>
                  <a:pt x="13450" y="6961"/>
                  <a:pt x="13701" y="6780"/>
                  <a:pt x="13952" y="6585"/>
                </a:cubicBezTo>
                <a:close/>
                <a:moveTo>
                  <a:pt x="16768" y="4884"/>
                </a:moveTo>
                <a:cubicBezTo>
                  <a:pt x="16824" y="4884"/>
                  <a:pt x="16851" y="4926"/>
                  <a:pt x="16851" y="4968"/>
                </a:cubicBezTo>
                <a:lnTo>
                  <a:pt x="16851" y="13749"/>
                </a:lnTo>
                <a:lnTo>
                  <a:pt x="14496" y="13749"/>
                </a:lnTo>
                <a:lnTo>
                  <a:pt x="14496" y="6139"/>
                </a:lnTo>
                <a:cubicBezTo>
                  <a:pt x="14970" y="5749"/>
                  <a:pt x="15416" y="5330"/>
                  <a:pt x="15848" y="4884"/>
                </a:cubicBezTo>
                <a:close/>
                <a:moveTo>
                  <a:pt x="17521" y="14292"/>
                </a:moveTo>
                <a:cubicBezTo>
                  <a:pt x="17855" y="14292"/>
                  <a:pt x="18134" y="14558"/>
                  <a:pt x="18134" y="14906"/>
                </a:cubicBezTo>
                <a:lnTo>
                  <a:pt x="18134" y="15575"/>
                </a:lnTo>
                <a:lnTo>
                  <a:pt x="571" y="15575"/>
                </a:lnTo>
                <a:lnTo>
                  <a:pt x="571" y="14906"/>
                </a:lnTo>
                <a:cubicBezTo>
                  <a:pt x="571" y="14558"/>
                  <a:pt x="850" y="14292"/>
                  <a:pt x="1184" y="14292"/>
                </a:cubicBezTo>
                <a:close/>
                <a:moveTo>
                  <a:pt x="18233" y="0"/>
                </a:moveTo>
                <a:cubicBezTo>
                  <a:pt x="18187" y="0"/>
                  <a:pt x="18140" y="7"/>
                  <a:pt x="18093" y="19"/>
                </a:cubicBezTo>
                <a:lnTo>
                  <a:pt x="16238" y="647"/>
                </a:lnTo>
                <a:cubicBezTo>
                  <a:pt x="16071" y="703"/>
                  <a:pt x="15946" y="856"/>
                  <a:pt x="15918" y="1023"/>
                </a:cubicBezTo>
                <a:cubicBezTo>
                  <a:pt x="15890" y="1205"/>
                  <a:pt x="15959" y="1372"/>
                  <a:pt x="16099" y="1483"/>
                </a:cubicBezTo>
                <a:lnTo>
                  <a:pt x="16405" y="1692"/>
                </a:lnTo>
                <a:cubicBezTo>
                  <a:pt x="16127" y="2069"/>
                  <a:pt x="15848" y="2431"/>
                  <a:pt x="15556" y="2766"/>
                </a:cubicBezTo>
                <a:cubicBezTo>
                  <a:pt x="15458" y="2891"/>
                  <a:pt x="15472" y="3058"/>
                  <a:pt x="15584" y="3156"/>
                </a:cubicBezTo>
                <a:cubicBezTo>
                  <a:pt x="15634" y="3200"/>
                  <a:pt x="15698" y="3221"/>
                  <a:pt x="15763" y="3221"/>
                </a:cubicBezTo>
                <a:cubicBezTo>
                  <a:pt x="15841" y="3221"/>
                  <a:pt x="15920" y="3189"/>
                  <a:pt x="15974" y="3128"/>
                </a:cubicBezTo>
                <a:cubicBezTo>
                  <a:pt x="16336" y="2695"/>
                  <a:pt x="16684" y="2249"/>
                  <a:pt x="17005" y="1803"/>
                </a:cubicBezTo>
                <a:cubicBezTo>
                  <a:pt x="17089" y="1678"/>
                  <a:pt x="17061" y="1511"/>
                  <a:pt x="16950" y="1413"/>
                </a:cubicBezTo>
                <a:lnTo>
                  <a:pt x="16545" y="1121"/>
                </a:lnTo>
                <a:lnTo>
                  <a:pt x="18162" y="577"/>
                </a:lnTo>
                <a:lnTo>
                  <a:pt x="18162" y="577"/>
                </a:lnTo>
                <a:lnTo>
                  <a:pt x="18120" y="2292"/>
                </a:lnTo>
                <a:lnTo>
                  <a:pt x="17827" y="2069"/>
                </a:lnTo>
                <a:cubicBezTo>
                  <a:pt x="17785" y="2037"/>
                  <a:pt x="17727" y="2021"/>
                  <a:pt x="17672" y="2021"/>
                </a:cubicBezTo>
                <a:cubicBezTo>
                  <a:pt x="17654" y="2021"/>
                  <a:pt x="17636" y="2023"/>
                  <a:pt x="17619" y="2026"/>
                </a:cubicBezTo>
                <a:cubicBezTo>
                  <a:pt x="17548" y="2026"/>
                  <a:pt x="17479" y="2069"/>
                  <a:pt x="17437" y="2138"/>
                </a:cubicBezTo>
                <a:cubicBezTo>
                  <a:pt x="15639" y="4661"/>
                  <a:pt x="13227" y="6752"/>
                  <a:pt x="10468" y="8174"/>
                </a:cubicBezTo>
                <a:cubicBezTo>
                  <a:pt x="7708" y="9596"/>
                  <a:pt x="4613" y="10348"/>
                  <a:pt x="1506" y="10348"/>
                </a:cubicBezTo>
                <a:lnTo>
                  <a:pt x="822" y="10348"/>
                </a:lnTo>
                <a:cubicBezTo>
                  <a:pt x="669" y="10348"/>
                  <a:pt x="558" y="10237"/>
                  <a:pt x="558" y="10083"/>
                </a:cubicBezTo>
                <a:cubicBezTo>
                  <a:pt x="558" y="9930"/>
                  <a:pt x="669" y="9804"/>
                  <a:pt x="822" y="9804"/>
                </a:cubicBezTo>
                <a:lnTo>
                  <a:pt x="1506" y="9804"/>
                </a:lnTo>
                <a:cubicBezTo>
                  <a:pt x="4084" y="9804"/>
                  <a:pt x="6579" y="9289"/>
                  <a:pt x="8949" y="8285"/>
                </a:cubicBezTo>
                <a:cubicBezTo>
                  <a:pt x="11304" y="7282"/>
                  <a:pt x="13395" y="5846"/>
                  <a:pt x="15179" y="4006"/>
                </a:cubicBezTo>
                <a:cubicBezTo>
                  <a:pt x="15277" y="3894"/>
                  <a:pt x="15277" y="3727"/>
                  <a:pt x="15165" y="3615"/>
                </a:cubicBezTo>
                <a:cubicBezTo>
                  <a:pt x="15112" y="3569"/>
                  <a:pt x="15045" y="3544"/>
                  <a:pt x="14978" y="3544"/>
                </a:cubicBezTo>
                <a:cubicBezTo>
                  <a:pt x="14905" y="3544"/>
                  <a:pt x="14833" y="3572"/>
                  <a:pt x="14775" y="3630"/>
                </a:cubicBezTo>
                <a:cubicBezTo>
                  <a:pt x="14092" y="4340"/>
                  <a:pt x="13353" y="4981"/>
                  <a:pt x="12573" y="5567"/>
                </a:cubicBezTo>
                <a:lnTo>
                  <a:pt x="10384" y="5567"/>
                </a:lnTo>
                <a:cubicBezTo>
                  <a:pt x="10022" y="5567"/>
                  <a:pt x="9743" y="5860"/>
                  <a:pt x="9743" y="6208"/>
                </a:cubicBezTo>
                <a:lnTo>
                  <a:pt x="9743" y="7323"/>
                </a:lnTo>
                <a:cubicBezTo>
                  <a:pt x="9492" y="7435"/>
                  <a:pt x="9255" y="7561"/>
                  <a:pt x="9005" y="7672"/>
                </a:cubicBezTo>
                <a:lnTo>
                  <a:pt x="9005" y="7282"/>
                </a:lnTo>
                <a:cubicBezTo>
                  <a:pt x="9005" y="6933"/>
                  <a:pt x="8711" y="6641"/>
                  <a:pt x="8363" y="6641"/>
                </a:cubicBezTo>
                <a:lnTo>
                  <a:pt x="6174" y="6641"/>
                </a:lnTo>
                <a:cubicBezTo>
                  <a:pt x="5827" y="6641"/>
                  <a:pt x="5533" y="6933"/>
                  <a:pt x="5533" y="7282"/>
                </a:cubicBezTo>
                <a:lnTo>
                  <a:pt x="5533" y="8815"/>
                </a:lnTo>
                <a:cubicBezTo>
                  <a:pt x="5297" y="8871"/>
                  <a:pt x="5046" y="8912"/>
                  <a:pt x="4795" y="8968"/>
                </a:cubicBezTo>
                <a:lnTo>
                  <a:pt x="4795" y="8146"/>
                </a:lnTo>
                <a:cubicBezTo>
                  <a:pt x="4795" y="7797"/>
                  <a:pt x="4516" y="7518"/>
                  <a:pt x="4154" y="7518"/>
                </a:cubicBezTo>
                <a:lnTo>
                  <a:pt x="1965" y="7518"/>
                </a:lnTo>
                <a:cubicBezTo>
                  <a:pt x="1617" y="7518"/>
                  <a:pt x="1338" y="7797"/>
                  <a:pt x="1338" y="8146"/>
                </a:cubicBezTo>
                <a:lnTo>
                  <a:pt x="1338" y="9261"/>
                </a:lnTo>
                <a:lnTo>
                  <a:pt x="822" y="9261"/>
                </a:lnTo>
                <a:cubicBezTo>
                  <a:pt x="376" y="9261"/>
                  <a:pt x="0" y="9623"/>
                  <a:pt x="0" y="10083"/>
                </a:cubicBezTo>
                <a:cubicBezTo>
                  <a:pt x="0" y="10529"/>
                  <a:pt x="376" y="10906"/>
                  <a:pt x="822" y="10906"/>
                </a:cubicBezTo>
                <a:lnTo>
                  <a:pt x="1338" y="10906"/>
                </a:lnTo>
                <a:lnTo>
                  <a:pt x="1338" y="13749"/>
                </a:lnTo>
                <a:lnTo>
                  <a:pt x="1184" y="13749"/>
                </a:lnTo>
                <a:cubicBezTo>
                  <a:pt x="543" y="13749"/>
                  <a:pt x="28" y="14264"/>
                  <a:pt x="28" y="14906"/>
                </a:cubicBezTo>
                <a:lnTo>
                  <a:pt x="28" y="15658"/>
                </a:lnTo>
                <a:cubicBezTo>
                  <a:pt x="28" y="15909"/>
                  <a:pt x="237" y="16119"/>
                  <a:pt x="502" y="16119"/>
                </a:cubicBezTo>
                <a:lnTo>
                  <a:pt x="18204" y="16119"/>
                </a:lnTo>
                <a:cubicBezTo>
                  <a:pt x="18468" y="16119"/>
                  <a:pt x="18678" y="15909"/>
                  <a:pt x="18678" y="15658"/>
                </a:cubicBezTo>
                <a:lnTo>
                  <a:pt x="18678" y="14906"/>
                </a:lnTo>
                <a:cubicBezTo>
                  <a:pt x="18678" y="14264"/>
                  <a:pt x="18162" y="13749"/>
                  <a:pt x="17521" y="13749"/>
                </a:cubicBezTo>
                <a:lnTo>
                  <a:pt x="17409" y="13749"/>
                </a:lnTo>
                <a:lnTo>
                  <a:pt x="17409" y="4968"/>
                </a:lnTo>
                <a:cubicBezTo>
                  <a:pt x="17409" y="4619"/>
                  <a:pt x="17117" y="4340"/>
                  <a:pt x="16768" y="4340"/>
                </a:cubicBezTo>
                <a:lnTo>
                  <a:pt x="16364" y="4340"/>
                </a:lnTo>
                <a:cubicBezTo>
                  <a:pt x="16851" y="3810"/>
                  <a:pt x="17297" y="3253"/>
                  <a:pt x="17730" y="2682"/>
                </a:cubicBezTo>
                <a:lnTo>
                  <a:pt x="17911" y="2807"/>
                </a:lnTo>
                <a:cubicBezTo>
                  <a:pt x="17994" y="2874"/>
                  <a:pt x="18092" y="2906"/>
                  <a:pt x="18194" y="2906"/>
                </a:cubicBezTo>
                <a:cubicBezTo>
                  <a:pt x="18262" y="2906"/>
                  <a:pt x="18332" y="2891"/>
                  <a:pt x="18399" y="2863"/>
                </a:cubicBezTo>
                <a:cubicBezTo>
                  <a:pt x="18552" y="2779"/>
                  <a:pt x="18650" y="2626"/>
                  <a:pt x="18663" y="2445"/>
                </a:cubicBezTo>
                <a:lnTo>
                  <a:pt x="18719" y="493"/>
                </a:lnTo>
                <a:cubicBezTo>
                  <a:pt x="18719" y="326"/>
                  <a:pt x="18650" y="186"/>
                  <a:pt x="18524" y="89"/>
                </a:cubicBezTo>
                <a:cubicBezTo>
                  <a:pt x="18438" y="32"/>
                  <a:pt x="18337" y="0"/>
                  <a:pt x="1823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27;p37">
            <a:extLst>
              <a:ext uri="{FF2B5EF4-FFF2-40B4-BE49-F238E27FC236}">
                <a16:creationId xmlns:a16="http://schemas.microsoft.com/office/drawing/2014/main" id="{D1C35FAF-DF02-0043-6B68-3771D85D7A1B}"/>
              </a:ext>
            </a:extLst>
          </p:cNvPr>
          <p:cNvSpPr/>
          <p:nvPr/>
        </p:nvSpPr>
        <p:spPr>
          <a:xfrm>
            <a:off x="5235326" y="2492646"/>
            <a:ext cx="2689500" cy="68336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29;p37">
            <a:extLst>
              <a:ext uri="{FF2B5EF4-FFF2-40B4-BE49-F238E27FC236}">
                <a16:creationId xmlns:a16="http://schemas.microsoft.com/office/drawing/2014/main" id="{BC9D23F3-3C16-2BFB-B03C-11B46E980CB6}"/>
              </a:ext>
            </a:extLst>
          </p:cNvPr>
          <p:cNvSpPr txBox="1">
            <a:spLocks/>
          </p:cNvSpPr>
          <p:nvPr/>
        </p:nvSpPr>
        <p:spPr>
          <a:xfrm>
            <a:off x="5353068" y="2429192"/>
            <a:ext cx="2419332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ndal"/>
              <a:buNone/>
              <a:defRPr sz="2000" b="0" i="0" u="none" strike="noStrike" cap="none">
                <a:solidFill>
                  <a:schemeClr val="lt1"/>
                </a:solidFill>
                <a:latin typeface="Candal"/>
                <a:ea typeface="Candal"/>
                <a:cs typeface="Candal"/>
                <a:sym typeface="Candal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en-IN" dirty="0"/>
              <a:t>Hardware Requirements</a:t>
            </a:r>
          </a:p>
        </p:txBody>
      </p:sp>
      <p:sp>
        <p:nvSpPr>
          <p:cNvPr id="12" name="Google Shape;330;p37">
            <a:extLst>
              <a:ext uri="{FF2B5EF4-FFF2-40B4-BE49-F238E27FC236}">
                <a16:creationId xmlns:a16="http://schemas.microsoft.com/office/drawing/2014/main" id="{CF4B8D65-1DA2-5D82-9B99-60E4BD142690}"/>
              </a:ext>
            </a:extLst>
          </p:cNvPr>
          <p:cNvSpPr txBox="1">
            <a:spLocks/>
          </p:cNvSpPr>
          <p:nvPr/>
        </p:nvSpPr>
        <p:spPr>
          <a:xfrm>
            <a:off x="4572000" y="3239469"/>
            <a:ext cx="4340352" cy="1235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None/>
              <a:defRPr sz="16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dirty="0"/>
              <a:t>Processor : Minimum Intel Core i3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dirty="0"/>
              <a:t>RAM : Minimum 2GB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dirty="0"/>
              <a:t>OS : Win XP/7/8/10/11, macOS, Linux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dirty="0"/>
              <a:t>Web Browser : Google Chrome, Mozilla Firefox, Microsoft Edge, Safari, etc.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3" name="Google Shape;171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75" y="706525"/>
            <a:ext cx="3903048" cy="3903048"/>
          </a:xfrm>
          <a:prstGeom prst="rect">
            <a:avLst/>
          </a:prstGeom>
          <a:noFill/>
          <a:ln>
            <a:noFill/>
          </a:ln>
        </p:spPr>
      </p:pic>
      <p:sp>
        <p:nvSpPr>
          <p:cNvPr id="1714" name="Google Shape;1714;p79"/>
          <p:cNvSpPr/>
          <p:nvPr/>
        </p:nvSpPr>
        <p:spPr>
          <a:xfrm rot="-444">
            <a:off x="708750" y="4385351"/>
            <a:ext cx="2323800" cy="463800"/>
          </a:xfrm>
          <a:prstGeom prst="ellipse">
            <a:avLst/>
          </a:prstGeom>
          <a:solidFill>
            <a:srgbClr val="2C5166">
              <a:alpha val="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5" name="Google Shape;1715;p79"/>
          <p:cNvSpPr/>
          <p:nvPr/>
        </p:nvSpPr>
        <p:spPr>
          <a:xfrm>
            <a:off x="3924450" y="2753800"/>
            <a:ext cx="4497000" cy="5493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6" name="Google Shape;1716;p79"/>
          <p:cNvSpPr txBox="1">
            <a:spLocks noGrp="1"/>
          </p:cNvSpPr>
          <p:nvPr>
            <p:ph type="title"/>
          </p:nvPr>
        </p:nvSpPr>
        <p:spPr>
          <a:xfrm>
            <a:off x="3924450" y="2571525"/>
            <a:ext cx="4160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Process Logic </a:t>
            </a:r>
            <a:endParaRPr dirty="0"/>
          </a:p>
        </p:txBody>
      </p:sp>
      <p:sp>
        <p:nvSpPr>
          <p:cNvPr id="1717" name="Google Shape;1717;p79"/>
          <p:cNvSpPr txBox="1">
            <a:spLocks noGrp="1"/>
          </p:cNvSpPr>
          <p:nvPr>
            <p:ph type="title" idx="2"/>
          </p:nvPr>
        </p:nvSpPr>
        <p:spPr>
          <a:xfrm>
            <a:off x="5419175" y="540000"/>
            <a:ext cx="2706600" cy="7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pic>
        <p:nvPicPr>
          <p:cNvPr id="1719" name="Google Shape;171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00" y="652273"/>
            <a:ext cx="2593800" cy="40332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6000"/>
              </a:srgbClr>
            </a:outerShdw>
          </a:effectLst>
        </p:spPr>
      </p:pic>
      <p:grpSp>
        <p:nvGrpSpPr>
          <p:cNvPr id="1720" name="Google Shape;1720;p79"/>
          <p:cNvGrpSpPr/>
          <p:nvPr/>
        </p:nvGrpSpPr>
        <p:grpSpPr>
          <a:xfrm>
            <a:off x="460850" y="353250"/>
            <a:ext cx="3507575" cy="2293425"/>
            <a:chOff x="460850" y="353250"/>
            <a:chExt cx="3507575" cy="2293425"/>
          </a:xfrm>
        </p:grpSpPr>
        <p:grpSp>
          <p:nvGrpSpPr>
            <p:cNvPr id="1721" name="Google Shape;1721;p79"/>
            <p:cNvGrpSpPr/>
            <p:nvPr/>
          </p:nvGrpSpPr>
          <p:grpSpPr>
            <a:xfrm flipH="1">
              <a:off x="460850" y="353250"/>
              <a:ext cx="3007325" cy="2293425"/>
              <a:chOff x="5568025" y="429450"/>
              <a:chExt cx="3007325" cy="2293425"/>
            </a:xfrm>
          </p:grpSpPr>
          <p:sp>
            <p:nvSpPr>
              <p:cNvPr id="1722" name="Google Shape;1722;p79"/>
              <p:cNvSpPr/>
              <p:nvPr/>
            </p:nvSpPr>
            <p:spPr>
              <a:xfrm>
                <a:off x="8245250" y="429450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79"/>
              <p:cNvSpPr/>
              <p:nvPr/>
            </p:nvSpPr>
            <p:spPr>
              <a:xfrm>
                <a:off x="6127850" y="86320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79"/>
              <p:cNvSpPr/>
              <p:nvPr/>
            </p:nvSpPr>
            <p:spPr>
              <a:xfrm>
                <a:off x="5977550" y="71290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79"/>
              <p:cNvSpPr/>
              <p:nvPr/>
            </p:nvSpPr>
            <p:spPr>
              <a:xfrm>
                <a:off x="5568025" y="1465613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79"/>
              <p:cNvSpPr/>
              <p:nvPr/>
            </p:nvSpPr>
            <p:spPr>
              <a:xfrm>
                <a:off x="8424000" y="2572575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79"/>
              <p:cNvSpPr/>
              <p:nvPr/>
            </p:nvSpPr>
            <p:spPr>
              <a:xfrm>
                <a:off x="6160875" y="602350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79"/>
              <p:cNvSpPr/>
              <p:nvPr/>
            </p:nvSpPr>
            <p:spPr>
              <a:xfrm>
                <a:off x="8425050" y="63775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79"/>
              <p:cNvSpPr/>
              <p:nvPr/>
            </p:nvSpPr>
            <p:spPr>
              <a:xfrm>
                <a:off x="7732675" y="1086225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30" name="Google Shape;1730;p79"/>
            <p:cNvSpPr/>
            <p:nvPr/>
          </p:nvSpPr>
          <p:spPr>
            <a:xfrm flipH="1">
              <a:off x="3818125" y="84735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>
          <a:extLst>
            <a:ext uri="{FF2B5EF4-FFF2-40B4-BE49-F238E27FC236}">
              <a16:creationId xmlns:a16="http://schemas.microsoft.com/office/drawing/2014/main" id="{F17B5167-7B86-02ED-A1D5-3738E6BC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49">
            <a:extLst>
              <a:ext uri="{FF2B5EF4-FFF2-40B4-BE49-F238E27FC236}">
                <a16:creationId xmlns:a16="http://schemas.microsoft.com/office/drawing/2014/main" id="{E11BE51A-B4F7-D14C-F7F4-E3B14B983B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Process  Logic</a:t>
            </a:r>
            <a:endParaRPr dirty="0">
              <a:solidFill>
                <a:schemeClr val="lt2"/>
              </a:solidFill>
            </a:endParaRPr>
          </a:p>
        </p:txBody>
      </p:sp>
      <p:grpSp>
        <p:nvGrpSpPr>
          <p:cNvPr id="992" name="Google Shape;992;p49">
            <a:extLst>
              <a:ext uri="{FF2B5EF4-FFF2-40B4-BE49-F238E27FC236}">
                <a16:creationId xmlns:a16="http://schemas.microsoft.com/office/drawing/2014/main" id="{D4E62BD2-2BA4-13F1-CACC-A3B6A82BAF33}"/>
              </a:ext>
            </a:extLst>
          </p:cNvPr>
          <p:cNvGrpSpPr/>
          <p:nvPr/>
        </p:nvGrpSpPr>
        <p:grpSpPr>
          <a:xfrm>
            <a:off x="870917" y="1152293"/>
            <a:ext cx="7599566" cy="3895492"/>
            <a:chOff x="4854325" y="1936705"/>
            <a:chExt cx="3569700" cy="2142920"/>
          </a:xfrm>
        </p:grpSpPr>
        <p:sp>
          <p:nvSpPr>
            <p:cNvPr id="993" name="Google Shape;993;p49">
              <a:extLst>
                <a:ext uri="{FF2B5EF4-FFF2-40B4-BE49-F238E27FC236}">
                  <a16:creationId xmlns:a16="http://schemas.microsoft.com/office/drawing/2014/main" id="{0F3F58F2-8F89-7E33-F825-EAF348EEA5EF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4" name="Google Shape;994;p49">
              <a:extLst>
                <a:ext uri="{FF2B5EF4-FFF2-40B4-BE49-F238E27FC236}">
                  <a16:creationId xmlns:a16="http://schemas.microsoft.com/office/drawing/2014/main" id="{FBA03719-F7E7-3CA3-9017-4C8D16FFCD64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9">
              <a:extLst>
                <a:ext uri="{FF2B5EF4-FFF2-40B4-BE49-F238E27FC236}">
                  <a16:creationId xmlns:a16="http://schemas.microsoft.com/office/drawing/2014/main" id="{375CE858-1D2F-F835-5191-1930FF0F8E57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7" name="Google Shape;997;p49">
            <a:extLst>
              <a:ext uri="{FF2B5EF4-FFF2-40B4-BE49-F238E27FC236}">
                <a16:creationId xmlns:a16="http://schemas.microsoft.com/office/drawing/2014/main" id="{946E4E3B-2202-D02C-7B7B-5A77A3BBDB02}"/>
              </a:ext>
            </a:extLst>
          </p:cNvPr>
          <p:cNvGrpSpPr/>
          <p:nvPr/>
        </p:nvGrpSpPr>
        <p:grpSpPr>
          <a:xfrm>
            <a:off x="4138238" y="3934400"/>
            <a:ext cx="415400" cy="418275"/>
            <a:chOff x="794700" y="540000"/>
            <a:chExt cx="415400" cy="418275"/>
          </a:xfrm>
        </p:grpSpPr>
        <p:sp>
          <p:nvSpPr>
            <p:cNvPr id="998" name="Google Shape;998;p49">
              <a:extLst>
                <a:ext uri="{FF2B5EF4-FFF2-40B4-BE49-F238E27FC236}">
                  <a16:creationId xmlns:a16="http://schemas.microsoft.com/office/drawing/2014/main" id="{14604D23-6D70-25E3-4696-65F397F477AD}"/>
                </a:ext>
              </a:extLst>
            </p:cNvPr>
            <p:cNvSpPr/>
            <p:nvPr/>
          </p:nvSpPr>
          <p:spPr>
            <a:xfrm flipH="1">
              <a:off x="1059800" y="8079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9" name="Google Shape;999;p49">
              <a:extLst>
                <a:ext uri="{FF2B5EF4-FFF2-40B4-BE49-F238E27FC236}">
                  <a16:creationId xmlns:a16="http://schemas.microsoft.com/office/drawing/2014/main" id="{B55552D5-9197-E859-490C-3F8B10B6506A}"/>
                </a:ext>
              </a:extLst>
            </p:cNvPr>
            <p:cNvGrpSpPr/>
            <p:nvPr/>
          </p:nvGrpSpPr>
          <p:grpSpPr>
            <a:xfrm flipH="1">
              <a:off x="794700" y="540000"/>
              <a:ext cx="330100" cy="358600"/>
              <a:chOff x="8245250" y="429450"/>
              <a:chExt cx="330100" cy="358600"/>
            </a:xfrm>
          </p:grpSpPr>
          <p:sp>
            <p:nvSpPr>
              <p:cNvPr id="1000" name="Google Shape;1000;p49">
                <a:extLst>
                  <a:ext uri="{FF2B5EF4-FFF2-40B4-BE49-F238E27FC236}">
                    <a16:creationId xmlns:a16="http://schemas.microsoft.com/office/drawing/2014/main" id="{A051C84F-565E-CC42-5132-F4746985E5D8}"/>
                  </a:ext>
                </a:extLst>
              </p:cNvPr>
              <p:cNvSpPr/>
              <p:nvPr/>
            </p:nvSpPr>
            <p:spPr>
              <a:xfrm>
                <a:off x="8245250" y="429450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9">
                <a:extLst>
                  <a:ext uri="{FF2B5EF4-FFF2-40B4-BE49-F238E27FC236}">
                    <a16:creationId xmlns:a16="http://schemas.microsoft.com/office/drawing/2014/main" id="{1B0AD1B7-13B1-071E-5A40-44F08ABB2A4A}"/>
                  </a:ext>
                </a:extLst>
              </p:cNvPr>
              <p:cNvSpPr/>
              <p:nvPr/>
            </p:nvSpPr>
            <p:spPr>
              <a:xfrm>
                <a:off x="8425050" y="63775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002" name="Google Shape;1002;p49">
            <a:extLst>
              <a:ext uri="{FF2B5EF4-FFF2-40B4-BE49-F238E27FC236}">
                <a16:creationId xmlns:a16="http://schemas.microsoft.com/office/drawing/2014/main" id="{A0959970-8B42-69B8-5170-477CF0A9CBE9}"/>
              </a:ext>
            </a:extLst>
          </p:cNvPr>
          <p:cNvGrpSpPr/>
          <p:nvPr/>
        </p:nvGrpSpPr>
        <p:grpSpPr>
          <a:xfrm flipH="1">
            <a:off x="8164083" y="1388501"/>
            <a:ext cx="415400" cy="418275"/>
            <a:chOff x="794700" y="540000"/>
            <a:chExt cx="415400" cy="418275"/>
          </a:xfrm>
        </p:grpSpPr>
        <p:sp>
          <p:nvSpPr>
            <p:cNvPr id="1003" name="Google Shape;1003;p49">
              <a:extLst>
                <a:ext uri="{FF2B5EF4-FFF2-40B4-BE49-F238E27FC236}">
                  <a16:creationId xmlns:a16="http://schemas.microsoft.com/office/drawing/2014/main" id="{7877F13A-89BA-F7C1-0F50-6EF672B46CA2}"/>
                </a:ext>
              </a:extLst>
            </p:cNvPr>
            <p:cNvSpPr/>
            <p:nvPr/>
          </p:nvSpPr>
          <p:spPr>
            <a:xfrm flipH="1">
              <a:off x="1059800" y="8079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4" name="Google Shape;1004;p49">
              <a:extLst>
                <a:ext uri="{FF2B5EF4-FFF2-40B4-BE49-F238E27FC236}">
                  <a16:creationId xmlns:a16="http://schemas.microsoft.com/office/drawing/2014/main" id="{313BD9EE-4ED5-1F80-F4E8-67477AB83AC0}"/>
                </a:ext>
              </a:extLst>
            </p:cNvPr>
            <p:cNvGrpSpPr/>
            <p:nvPr/>
          </p:nvGrpSpPr>
          <p:grpSpPr>
            <a:xfrm flipH="1">
              <a:off x="794700" y="540000"/>
              <a:ext cx="330100" cy="358600"/>
              <a:chOff x="8245250" y="429450"/>
              <a:chExt cx="330100" cy="358600"/>
            </a:xfrm>
          </p:grpSpPr>
          <p:sp>
            <p:nvSpPr>
              <p:cNvPr id="1005" name="Google Shape;1005;p49">
                <a:extLst>
                  <a:ext uri="{FF2B5EF4-FFF2-40B4-BE49-F238E27FC236}">
                    <a16:creationId xmlns:a16="http://schemas.microsoft.com/office/drawing/2014/main" id="{CD0E8633-17C7-16D8-A528-AC1F89DC80FC}"/>
                  </a:ext>
                </a:extLst>
              </p:cNvPr>
              <p:cNvSpPr/>
              <p:nvPr/>
            </p:nvSpPr>
            <p:spPr>
              <a:xfrm>
                <a:off x="8245250" y="429450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6" name="Google Shape;1006;p49">
                <a:extLst>
                  <a:ext uri="{FF2B5EF4-FFF2-40B4-BE49-F238E27FC236}">
                    <a16:creationId xmlns:a16="http://schemas.microsoft.com/office/drawing/2014/main" id="{1FCF4A57-61BA-0EE3-1234-B1ACDD2C132E}"/>
                  </a:ext>
                </a:extLst>
              </p:cNvPr>
              <p:cNvSpPr/>
              <p:nvPr/>
            </p:nvSpPr>
            <p:spPr>
              <a:xfrm>
                <a:off x="8425050" y="63775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3AFFA28-5B0A-8997-521B-61F2A79ED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17" y="-132080"/>
            <a:ext cx="8014966" cy="555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738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>
          <a:extLst>
            <a:ext uri="{FF2B5EF4-FFF2-40B4-BE49-F238E27FC236}">
              <a16:creationId xmlns:a16="http://schemas.microsoft.com/office/drawing/2014/main" id="{768272F4-A846-1581-75EA-420C69D9C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2">
            <a:extLst>
              <a:ext uri="{FF2B5EF4-FFF2-40B4-BE49-F238E27FC236}">
                <a16:creationId xmlns:a16="http://schemas.microsoft.com/office/drawing/2014/main" id="{3B5611D7-0397-A873-8599-C88A270CB9D7}"/>
              </a:ext>
            </a:extLst>
          </p:cNvPr>
          <p:cNvSpPr/>
          <p:nvPr/>
        </p:nvSpPr>
        <p:spPr>
          <a:xfrm rot="-469">
            <a:off x="4444900" y="3952066"/>
            <a:ext cx="4399800" cy="1089900"/>
          </a:xfrm>
          <a:prstGeom prst="ellipse">
            <a:avLst/>
          </a:prstGeom>
          <a:solidFill>
            <a:srgbClr val="2C5166">
              <a:alpha val="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42">
            <a:extLst>
              <a:ext uri="{FF2B5EF4-FFF2-40B4-BE49-F238E27FC236}">
                <a16:creationId xmlns:a16="http://schemas.microsoft.com/office/drawing/2014/main" id="{51A82828-E6AD-595D-FC9D-E822A2BF7B67}"/>
              </a:ext>
            </a:extLst>
          </p:cNvPr>
          <p:cNvSpPr/>
          <p:nvPr/>
        </p:nvSpPr>
        <p:spPr>
          <a:xfrm>
            <a:off x="742400" y="2342625"/>
            <a:ext cx="3435900" cy="905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5" name="Google Shape;495;p42">
            <a:extLst>
              <a:ext uri="{FF2B5EF4-FFF2-40B4-BE49-F238E27FC236}">
                <a16:creationId xmlns:a16="http://schemas.microsoft.com/office/drawing/2014/main" id="{5452CD39-2DB2-8098-C1BA-A429DD11582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2550" y="1139325"/>
            <a:ext cx="3903048" cy="3903048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42">
            <a:extLst>
              <a:ext uri="{FF2B5EF4-FFF2-40B4-BE49-F238E27FC236}">
                <a16:creationId xmlns:a16="http://schemas.microsoft.com/office/drawing/2014/main" id="{E7E23B2F-FADF-5310-A111-EAF96AD7E7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400" y="1005150"/>
            <a:ext cx="4644224" cy="347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DFD</a:t>
            </a:r>
            <a:endParaRPr dirty="0"/>
          </a:p>
        </p:txBody>
      </p:sp>
      <p:pic>
        <p:nvPicPr>
          <p:cNvPr id="497" name="Google Shape;497;p42">
            <a:extLst>
              <a:ext uri="{FF2B5EF4-FFF2-40B4-BE49-F238E27FC236}">
                <a16:creationId xmlns:a16="http://schemas.microsoft.com/office/drawing/2014/main" id="{D619070A-5C4F-6219-1666-0CE4C95E597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797073" y="1195149"/>
            <a:ext cx="3587826" cy="367037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498" name="Google Shape;498;p42">
            <a:extLst>
              <a:ext uri="{FF2B5EF4-FFF2-40B4-BE49-F238E27FC236}">
                <a16:creationId xmlns:a16="http://schemas.microsoft.com/office/drawing/2014/main" id="{9A7C1893-1BB5-D79B-1CF8-262602C432AA}"/>
              </a:ext>
            </a:extLst>
          </p:cNvPr>
          <p:cNvSpPr/>
          <p:nvPr/>
        </p:nvSpPr>
        <p:spPr>
          <a:xfrm>
            <a:off x="720000" y="3906250"/>
            <a:ext cx="3435900" cy="7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68A"/>
              </a:gs>
              <a:gs pos="100000">
                <a:srgbClr val="FFBC40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42">
            <a:extLst>
              <a:ext uri="{FF2B5EF4-FFF2-40B4-BE49-F238E27FC236}">
                <a16:creationId xmlns:a16="http://schemas.microsoft.com/office/drawing/2014/main" id="{4089B649-F62E-FC2E-0B0B-C0D6F798DB2A}"/>
              </a:ext>
            </a:extLst>
          </p:cNvPr>
          <p:cNvGrpSpPr/>
          <p:nvPr/>
        </p:nvGrpSpPr>
        <p:grpSpPr>
          <a:xfrm>
            <a:off x="403075" y="429450"/>
            <a:ext cx="8304025" cy="1838775"/>
            <a:chOff x="403075" y="429450"/>
            <a:chExt cx="8304025" cy="1838775"/>
          </a:xfrm>
        </p:grpSpPr>
        <p:sp>
          <p:nvSpPr>
            <p:cNvPr id="500" name="Google Shape;500;p42">
              <a:extLst>
                <a:ext uri="{FF2B5EF4-FFF2-40B4-BE49-F238E27FC236}">
                  <a16:creationId xmlns:a16="http://schemas.microsoft.com/office/drawing/2014/main" id="{A8613F85-E93B-38B5-BE78-086593283756}"/>
                </a:ext>
              </a:extLst>
            </p:cNvPr>
            <p:cNvSpPr/>
            <p:nvPr/>
          </p:nvSpPr>
          <p:spPr>
            <a:xfrm flipH="1">
              <a:off x="1059800" y="8079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1" name="Google Shape;501;p42">
              <a:extLst>
                <a:ext uri="{FF2B5EF4-FFF2-40B4-BE49-F238E27FC236}">
                  <a16:creationId xmlns:a16="http://schemas.microsoft.com/office/drawing/2014/main" id="{D7ED9AC4-A7F8-4A40-44FE-83F309513D9A}"/>
                </a:ext>
              </a:extLst>
            </p:cNvPr>
            <p:cNvGrpSpPr/>
            <p:nvPr/>
          </p:nvGrpSpPr>
          <p:grpSpPr>
            <a:xfrm>
              <a:off x="403075" y="429450"/>
              <a:ext cx="8304025" cy="1838775"/>
              <a:chOff x="403075" y="429450"/>
              <a:chExt cx="8304025" cy="1838775"/>
            </a:xfrm>
          </p:grpSpPr>
          <p:grpSp>
            <p:nvGrpSpPr>
              <p:cNvPr id="502" name="Google Shape;502;p42">
                <a:extLst>
                  <a:ext uri="{FF2B5EF4-FFF2-40B4-BE49-F238E27FC236}">
                    <a16:creationId xmlns:a16="http://schemas.microsoft.com/office/drawing/2014/main" id="{16C7C65C-0CBF-EAEB-D4AA-B4C4D8737F99}"/>
                  </a:ext>
                </a:extLst>
              </p:cNvPr>
              <p:cNvGrpSpPr/>
              <p:nvPr/>
            </p:nvGrpSpPr>
            <p:grpSpPr>
              <a:xfrm>
                <a:off x="5535625" y="429450"/>
                <a:ext cx="3171475" cy="1838775"/>
                <a:chOff x="5686975" y="429450"/>
                <a:chExt cx="3171475" cy="1838775"/>
              </a:xfrm>
            </p:grpSpPr>
            <p:sp>
              <p:nvSpPr>
                <p:cNvPr id="503" name="Google Shape;503;p42">
                  <a:extLst>
                    <a:ext uri="{FF2B5EF4-FFF2-40B4-BE49-F238E27FC236}">
                      <a16:creationId xmlns:a16="http://schemas.microsoft.com/office/drawing/2014/main" id="{00856A3D-8141-DB32-DE3A-DDFCE4843977}"/>
                    </a:ext>
                  </a:extLst>
                </p:cNvPr>
                <p:cNvSpPr/>
                <p:nvPr/>
              </p:nvSpPr>
              <p:spPr>
                <a:xfrm>
                  <a:off x="8245250" y="429450"/>
                  <a:ext cx="221100" cy="2211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4" name="Google Shape;504;p42">
                  <a:extLst>
                    <a:ext uri="{FF2B5EF4-FFF2-40B4-BE49-F238E27FC236}">
                      <a16:creationId xmlns:a16="http://schemas.microsoft.com/office/drawing/2014/main" id="{1E237854-770B-FD3A-8EEB-42D8A3488C7D}"/>
                    </a:ext>
                  </a:extLst>
                </p:cNvPr>
                <p:cNvSpPr/>
                <p:nvPr/>
              </p:nvSpPr>
              <p:spPr>
                <a:xfrm>
                  <a:off x="6127850" y="86320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5" name="Google Shape;505;p42">
                  <a:extLst>
                    <a:ext uri="{FF2B5EF4-FFF2-40B4-BE49-F238E27FC236}">
                      <a16:creationId xmlns:a16="http://schemas.microsoft.com/office/drawing/2014/main" id="{7CAAE028-C6B6-FB89-B231-D04F4313494E}"/>
                    </a:ext>
                  </a:extLst>
                </p:cNvPr>
                <p:cNvSpPr/>
                <p:nvPr/>
              </p:nvSpPr>
              <p:spPr>
                <a:xfrm>
                  <a:off x="5977550" y="71290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6" name="Google Shape;506;p42">
                  <a:extLst>
                    <a:ext uri="{FF2B5EF4-FFF2-40B4-BE49-F238E27FC236}">
                      <a16:creationId xmlns:a16="http://schemas.microsoft.com/office/drawing/2014/main" id="{2C2E0F82-657A-36F0-9ABD-913FEAB6B74A}"/>
                    </a:ext>
                  </a:extLst>
                </p:cNvPr>
                <p:cNvSpPr/>
                <p:nvPr/>
              </p:nvSpPr>
              <p:spPr>
                <a:xfrm>
                  <a:off x="5686975" y="1763450"/>
                  <a:ext cx="221100" cy="2211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7" name="Google Shape;507;p42">
                  <a:extLst>
                    <a:ext uri="{FF2B5EF4-FFF2-40B4-BE49-F238E27FC236}">
                      <a16:creationId xmlns:a16="http://schemas.microsoft.com/office/drawing/2014/main" id="{D261FF5B-1C0F-084F-2F0C-440F42091060}"/>
                    </a:ext>
                  </a:extLst>
                </p:cNvPr>
                <p:cNvSpPr/>
                <p:nvPr/>
              </p:nvSpPr>
              <p:spPr>
                <a:xfrm>
                  <a:off x="8708150" y="2117925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8" name="Google Shape;508;p42">
                  <a:extLst>
                    <a:ext uri="{FF2B5EF4-FFF2-40B4-BE49-F238E27FC236}">
                      <a16:creationId xmlns:a16="http://schemas.microsoft.com/office/drawing/2014/main" id="{573971E3-ABEA-3489-2D73-58DA593730CA}"/>
                    </a:ext>
                  </a:extLst>
                </p:cNvPr>
                <p:cNvSpPr/>
                <p:nvPr/>
              </p:nvSpPr>
              <p:spPr>
                <a:xfrm>
                  <a:off x="6160875" y="602350"/>
                  <a:ext cx="221100" cy="2211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9" name="Google Shape;509;p42">
                  <a:extLst>
                    <a:ext uri="{FF2B5EF4-FFF2-40B4-BE49-F238E27FC236}">
                      <a16:creationId xmlns:a16="http://schemas.microsoft.com/office/drawing/2014/main" id="{7CB8AE0A-CFAF-23C3-B0E9-AF0A927A3C87}"/>
                    </a:ext>
                  </a:extLst>
                </p:cNvPr>
                <p:cNvSpPr/>
                <p:nvPr/>
              </p:nvSpPr>
              <p:spPr>
                <a:xfrm>
                  <a:off x="8425050" y="63775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0" name="Google Shape;510;p42">
                  <a:extLst>
                    <a:ext uri="{FF2B5EF4-FFF2-40B4-BE49-F238E27FC236}">
                      <a16:creationId xmlns:a16="http://schemas.microsoft.com/office/drawing/2014/main" id="{A85CAE26-D99A-1D37-3868-7D3990C60114}"/>
                    </a:ext>
                  </a:extLst>
                </p:cNvPr>
                <p:cNvSpPr/>
                <p:nvPr/>
              </p:nvSpPr>
              <p:spPr>
                <a:xfrm>
                  <a:off x="7732675" y="1086225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11" name="Google Shape;511;p42">
                <a:extLst>
                  <a:ext uri="{FF2B5EF4-FFF2-40B4-BE49-F238E27FC236}">
                    <a16:creationId xmlns:a16="http://schemas.microsoft.com/office/drawing/2014/main" id="{BA3DB649-8EAC-3A97-AD92-5B99DCD3E362}"/>
                  </a:ext>
                </a:extLst>
              </p:cNvPr>
              <p:cNvGrpSpPr/>
              <p:nvPr/>
            </p:nvGrpSpPr>
            <p:grpSpPr>
              <a:xfrm flipH="1">
                <a:off x="794700" y="540000"/>
                <a:ext cx="3265700" cy="686250"/>
                <a:chOff x="5309650" y="429450"/>
                <a:chExt cx="3265700" cy="686250"/>
              </a:xfrm>
            </p:grpSpPr>
            <p:sp>
              <p:nvSpPr>
                <p:cNvPr id="512" name="Google Shape;512;p42">
                  <a:extLst>
                    <a:ext uri="{FF2B5EF4-FFF2-40B4-BE49-F238E27FC236}">
                      <a16:creationId xmlns:a16="http://schemas.microsoft.com/office/drawing/2014/main" id="{39EBD40E-C5C5-8E57-B9D8-B168ADEC41C2}"/>
                    </a:ext>
                  </a:extLst>
                </p:cNvPr>
                <p:cNvSpPr/>
                <p:nvPr/>
              </p:nvSpPr>
              <p:spPr>
                <a:xfrm>
                  <a:off x="8245250" y="429450"/>
                  <a:ext cx="221100" cy="2211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" name="Google Shape;513;p42">
                  <a:extLst>
                    <a:ext uri="{FF2B5EF4-FFF2-40B4-BE49-F238E27FC236}">
                      <a16:creationId xmlns:a16="http://schemas.microsoft.com/office/drawing/2014/main" id="{55A06555-F8A8-E29A-3825-55D2997F9B98}"/>
                    </a:ext>
                  </a:extLst>
                </p:cNvPr>
                <p:cNvSpPr/>
                <p:nvPr/>
              </p:nvSpPr>
              <p:spPr>
                <a:xfrm>
                  <a:off x="5309650" y="63775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4" name="Google Shape;514;p42">
                  <a:extLst>
                    <a:ext uri="{FF2B5EF4-FFF2-40B4-BE49-F238E27FC236}">
                      <a16:creationId xmlns:a16="http://schemas.microsoft.com/office/drawing/2014/main" id="{8C91F710-3547-E9FC-94CC-4DD022E9E8CA}"/>
                    </a:ext>
                  </a:extLst>
                </p:cNvPr>
                <p:cNvSpPr/>
                <p:nvPr/>
              </p:nvSpPr>
              <p:spPr>
                <a:xfrm>
                  <a:off x="5459950" y="429450"/>
                  <a:ext cx="221100" cy="2211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5" name="Google Shape;515;p42">
                  <a:extLst>
                    <a:ext uri="{FF2B5EF4-FFF2-40B4-BE49-F238E27FC236}">
                      <a16:creationId xmlns:a16="http://schemas.microsoft.com/office/drawing/2014/main" id="{BC2CE8C6-32BF-4634-B559-88283386111F}"/>
                    </a:ext>
                  </a:extLst>
                </p:cNvPr>
                <p:cNvSpPr/>
                <p:nvPr/>
              </p:nvSpPr>
              <p:spPr>
                <a:xfrm>
                  <a:off x="8425050" y="63775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6" name="Google Shape;516;p42">
                  <a:extLst>
                    <a:ext uri="{FF2B5EF4-FFF2-40B4-BE49-F238E27FC236}">
                      <a16:creationId xmlns:a16="http://schemas.microsoft.com/office/drawing/2014/main" id="{59176071-487B-8F7A-B5F1-41CD9AA5837F}"/>
                    </a:ext>
                  </a:extLst>
                </p:cNvPr>
                <p:cNvSpPr/>
                <p:nvPr/>
              </p:nvSpPr>
              <p:spPr>
                <a:xfrm>
                  <a:off x="6625475" y="965400"/>
                  <a:ext cx="150300" cy="150300"/>
                </a:xfrm>
                <a:prstGeom prst="star4">
                  <a:avLst>
                    <a:gd name="adj" fmla="val 12500"/>
                  </a:avLst>
                </a:prstGeom>
                <a:gradFill>
                  <a:gsLst>
                    <a:gs pos="0">
                      <a:srgbClr val="F3F3F3"/>
                    </a:gs>
                    <a:gs pos="100000">
                      <a:srgbClr val="D9D9D9"/>
                    </a:gs>
                  </a:gsLst>
                  <a:lin ang="5400012" scaled="0"/>
                </a:gra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17" name="Google Shape;517;p42">
                <a:extLst>
                  <a:ext uri="{FF2B5EF4-FFF2-40B4-BE49-F238E27FC236}">
                    <a16:creationId xmlns:a16="http://schemas.microsoft.com/office/drawing/2014/main" id="{A8B05C09-F445-A17C-E139-3CF98B09E7E7}"/>
                  </a:ext>
                </a:extLst>
              </p:cNvPr>
              <p:cNvSpPr/>
              <p:nvPr/>
            </p:nvSpPr>
            <p:spPr>
              <a:xfrm flipH="1">
                <a:off x="403075" y="1663225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307;p36">
            <a:extLst>
              <a:ext uri="{FF2B5EF4-FFF2-40B4-BE49-F238E27FC236}">
                <a16:creationId xmlns:a16="http://schemas.microsoft.com/office/drawing/2014/main" id="{F6CE3556-2A72-DA6A-B90E-6EBC29A13677}"/>
              </a:ext>
            </a:extLst>
          </p:cNvPr>
          <p:cNvSpPr txBox="1">
            <a:spLocks/>
          </p:cNvSpPr>
          <p:nvPr/>
        </p:nvSpPr>
        <p:spPr>
          <a:xfrm>
            <a:off x="4155900" y="-604482"/>
            <a:ext cx="2706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8000" b="1" dirty="0">
                <a:solidFill>
                  <a:schemeClr val="tx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069047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>
          <a:extLst>
            <a:ext uri="{FF2B5EF4-FFF2-40B4-BE49-F238E27FC236}">
              <a16:creationId xmlns:a16="http://schemas.microsoft.com/office/drawing/2014/main" id="{E646BFD7-4580-FBC2-51FE-2BC6693D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49">
            <a:extLst>
              <a:ext uri="{FF2B5EF4-FFF2-40B4-BE49-F238E27FC236}">
                <a16:creationId xmlns:a16="http://schemas.microsoft.com/office/drawing/2014/main" id="{7A39E9E9-C2BA-F8EA-796F-BB89F6BBF6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DFD </a:t>
            </a:r>
            <a:r>
              <a:rPr lang="en" dirty="0">
                <a:solidFill>
                  <a:schemeClr val="lt2"/>
                </a:solidFill>
              </a:rPr>
              <a:t>Sheet</a:t>
            </a:r>
            <a:endParaRPr dirty="0">
              <a:solidFill>
                <a:schemeClr val="lt2"/>
              </a:solidFill>
            </a:endParaRPr>
          </a:p>
        </p:txBody>
      </p:sp>
      <p:grpSp>
        <p:nvGrpSpPr>
          <p:cNvPr id="992" name="Google Shape;992;p49">
            <a:extLst>
              <a:ext uri="{FF2B5EF4-FFF2-40B4-BE49-F238E27FC236}">
                <a16:creationId xmlns:a16="http://schemas.microsoft.com/office/drawing/2014/main" id="{C9A2E49D-2181-0CAD-4835-A79D7E406F52}"/>
              </a:ext>
            </a:extLst>
          </p:cNvPr>
          <p:cNvGrpSpPr/>
          <p:nvPr/>
        </p:nvGrpSpPr>
        <p:grpSpPr>
          <a:xfrm>
            <a:off x="720000" y="1315968"/>
            <a:ext cx="8068873" cy="3751331"/>
            <a:chOff x="4854325" y="1936705"/>
            <a:chExt cx="3569700" cy="2142920"/>
          </a:xfrm>
        </p:grpSpPr>
        <p:sp>
          <p:nvSpPr>
            <p:cNvPr id="993" name="Google Shape;993;p49">
              <a:extLst>
                <a:ext uri="{FF2B5EF4-FFF2-40B4-BE49-F238E27FC236}">
                  <a16:creationId xmlns:a16="http://schemas.microsoft.com/office/drawing/2014/main" id="{F60571BF-AAF8-1CD0-B95E-DC990A302006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4" name="Google Shape;994;p49">
              <a:extLst>
                <a:ext uri="{FF2B5EF4-FFF2-40B4-BE49-F238E27FC236}">
                  <a16:creationId xmlns:a16="http://schemas.microsoft.com/office/drawing/2014/main" id="{B43D1CB1-2820-029F-32D8-DBB08B36DE38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9">
              <a:extLst>
                <a:ext uri="{FF2B5EF4-FFF2-40B4-BE49-F238E27FC236}">
                  <a16:creationId xmlns:a16="http://schemas.microsoft.com/office/drawing/2014/main" id="{654E5297-9431-A296-29AE-09F0B3406BB2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2" name="Google Shape;1002;p49">
            <a:extLst>
              <a:ext uri="{FF2B5EF4-FFF2-40B4-BE49-F238E27FC236}">
                <a16:creationId xmlns:a16="http://schemas.microsoft.com/office/drawing/2014/main" id="{0BF21150-ACAF-B427-9694-A543754CD99E}"/>
              </a:ext>
            </a:extLst>
          </p:cNvPr>
          <p:cNvGrpSpPr/>
          <p:nvPr/>
        </p:nvGrpSpPr>
        <p:grpSpPr>
          <a:xfrm flipH="1">
            <a:off x="8164083" y="1388501"/>
            <a:ext cx="415400" cy="418275"/>
            <a:chOff x="794700" y="540000"/>
            <a:chExt cx="415400" cy="418275"/>
          </a:xfrm>
        </p:grpSpPr>
        <p:sp>
          <p:nvSpPr>
            <p:cNvPr id="1003" name="Google Shape;1003;p49">
              <a:extLst>
                <a:ext uri="{FF2B5EF4-FFF2-40B4-BE49-F238E27FC236}">
                  <a16:creationId xmlns:a16="http://schemas.microsoft.com/office/drawing/2014/main" id="{04AEE439-4CA2-2E5F-5EC1-C22976DFF32A}"/>
                </a:ext>
              </a:extLst>
            </p:cNvPr>
            <p:cNvSpPr/>
            <p:nvPr/>
          </p:nvSpPr>
          <p:spPr>
            <a:xfrm flipH="1">
              <a:off x="1059800" y="8079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4" name="Google Shape;1004;p49">
              <a:extLst>
                <a:ext uri="{FF2B5EF4-FFF2-40B4-BE49-F238E27FC236}">
                  <a16:creationId xmlns:a16="http://schemas.microsoft.com/office/drawing/2014/main" id="{0AEE145B-13D8-C4C6-7043-7A4CCC86C0B2}"/>
                </a:ext>
              </a:extLst>
            </p:cNvPr>
            <p:cNvGrpSpPr/>
            <p:nvPr/>
          </p:nvGrpSpPr>
          <p:grpSpPr>
            <a:xfrm flipH="1">
              <a:off x="794700" y="540000"/>
              <a:ext cx="330100" cy="358600"/>
              <a:chOff x="8245250" y="429450"/>
              <a:chExt cx="330100" cy="358600"/>
            </a:xfrm>
          </p:grpSpPr>
          <p:sp>
            <p:nvSpPr>
              <p:cNvPr id="1005" name="Google Shape;1005;p49">
                <a:extLst>
                  <a:ext uri="{FF2B5EF4-FFF2-40B4-BE49-F238E27FC236}">
                    <a16:creationId xmlns:a16="http://schemas.microsoft.com/office/drawing/2014/main" id="{3286DF10-3BDE-D070-1455-1D7861392D7E}"/>
                  </a:ext>
                </a:extLst>
              </p:cNvPr>
              <p:cNvSpPr/>
              <p:nvPr/>
            </p:nvSpPr>
            <p:spPr>
              <a:xfrm>
                <a:off x="8245250" y="429450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6" name="Google Shape;1006;p49">
                <a:extLst>
                  <a:ext uri="{FF2B5EF4-FFF2-40B4-BE49-F238E27FC236}">
                    <a16:creationId xmlns:a16="http://schemas.microsoft.com/office/drawing/2014/main" id="{00418999-BA27-87DE-3B9B-188579003990}"/>
                  </a:ext>
                </a:extLst>
              </p:cNvPr>
              <p:cNvSpPr/>
              <p:nvPr/>
            </p:nvSpPr>
            <p:spPr>
              <a:xfrm>
                <a:off x="8425050" y="63775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2E45B786-A684-ECB8-3EE8-F279E7F733CE}"/>
              </a:ext>
            </a:extLst>
          </p:cNvPr>
          <p:cNvSpPr/>
          <p:nvPr/>
        </p:nvSpPr>
        <p:spPr>
          <a:xfrm>
            <a:off x="2382887" y="540481"/>
            <a:ext cx="263733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Level 0</a:t>
            </a:r>
            <a:endParaRPr lang="en-US" sz="2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4099A1-0F99-FA23-9537-9C90DAAD5A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243" b="19487"/>
          <a:stretch>
            <a:fillRect/>
          </a:stretch>
        </p:blipFill>
        <p:spPr>
          <a:xfrm>
            <a:off x="1432560" y="1656476"/>
            <a:ext cx="6662319" cy="298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904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>
          <a:extLst>
            <a:ext uri="{FF2B5EF4-FFF2-40B4-BE49-F238E27FC236}">
              <a16:creationId xmlns:a16="http://schemas.microsoft.com/office/drawing/2014/main" id="{B86D2248-1B7E-CC8F-1B35-6D46AF140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49">
            <a:extLst>
              <a:ext uri="{FF2B5EF4-FFF2-40B4-BE49-F238E27FC236}">
                <a16:creationId xmlns:a16="http://schemas.microsoft.com/office/drawing/2014/main" id="{F8CE5D11-B9F7-4D77-BCE0-E53B993E77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DFD </a:t>
            </a:r>
            <a:r>
              <a:rPr lang="en" dirty="0">
                <a:solidFill>
                  <a:schemeClr val="lt2"/>
                </a:solidFill>
              </a:rPr>
              <a:t>Sheet</a:t>
            </a:r>
            <a:endParaRPr dirty="0">
              <a:solidFill>
                <a:schemeClr val="lt2"/>
              </a:solidFill>
            </a:endParaRPr>
          </a:p>
        </p:txBody>
      </p:sp>
      <p:grpSp>
        <p:nvGrpSpPr>
          <p:cNvPr id="992" name="Google Shape;992;p49">
            <a:extLst>
              <a:ext uri="{FF2B5EF4-FFF2-40B4-BE49-F238E27FC236}">
                <a16:creationId xmlns:a16="http://schemas.microsoft.com/office/drawing/2014/main" id="{E891C4E9-0841-8494-E7E1-ED3132E205CD}"/>
              </a:ext>
            </a:extLst>
          </p:cNvPr>
          <p:cNvGrpSpPr/>
          <p:nvPr/>
        </p:nvGrpSpPr>
        <p:grpSpPr>
          <a:xfrm>
            <a:off x="870917" y="1152293"/>
            <a:ext cx="7599566" cy="3895492"/>
            <a:chOff x="4854325" y="1936705"/>
            <a:chExt cx="3569700" cy="2142920"/>
          </a:xfrm>
        </p:grpSpPr>
        <p:sp>
          <p:nvSpPr>
            <p:cNvPr id="993" name="Google Shape;993;p49">
              <a:extLst>
                <a:ext uri="{FF2B5EF4-FFF2-40B4-BE49-F238E27FC236}">
                  <a16:creationId xmlns:a16="http://schemas.microsoft.com/office/drawing/2014/main" id="{7D2E3487-3225-9AE0-E585-AFE12D536A9D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4" name="Google Shape;994;p49">
              <a:extLst>
                <a:ext uri="{FF2B5EF4-FFF2-40B4-BE49-F238E27FC236}">
                  <a16:creationId xmlns:a16="http://schemas.microsoft.com/office/drawing/2014/main" id="{86B11D14-3EB4-3146-7652-D096B246B0F4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9">
              <a:extLst>
                <a:ext uri="{FF2B5EF4-FFF2-40B4-BE49-F238E27FC236}">
                  <a16:creationId xmlns:a16="http://schemas.microsoft.com/office/drawing/2014/main" id="{510E760E-13BA-4E0F-6751-C149437B6845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7" name="Google Shape;997;p49">
            <a:extLst>
              <a:ext uri="{FF2B5EF4-FFF2-40B4-BE49-F238E27FC236}">
                <a16:creationId xmlns:a16="http://schemas.microsoft.com/office/drawing/2014/main" id="{A75CAA34-96C1-D309-CC80-6D6FE0D7352C}"/>
              </a:ext>
            </a:extLst>
          </p:cNvPr>
          <p:cNvGrpSpPr/>
          <p:nvPr/>
        </p:nvGrpSpPr>
        <p:grpSpPr>
          <a:xfrm>
            <a:off x="4138238" y="3934400"/>
            <a:ext cx="415400" cy="418275"/>
            <a:chOff x="794700" y="540000"/>
            <a:chExt cx="415400" cy="418275"/>
          </a:xfrm>
        </p:grpSpPr>
        <p:sp>
          <p:nvSpPr>
            <p:cNvPr id="998" name="Google Shape;998;p49">
              <a:extLst>
                <a:ext uri="{FF2B5EF4-FFF2-40B4-BE49-F238E27FC236}">
                  <a16:creationId xmlns:a16="http://schemas.microsoft.com/office/drawing/2014/main" id="{8EC3AAE8-D516-9369-5B5A-AB9C509A0036}"/>
                </a:ext>
              </a:extLst>
            </p:cNvPr>
            <p:cNvSpPr/>
            <p:nvPr/>
          </p:nvSpPr>
          <p:spPr>
            <a:xfrm flipH="1">
              <a:off x="1059800" y="8079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9" name="Google Shape;999;p49">
              <a:extLst>
                <a:ext uri="{FF2B5EF4-FFF2-40B4-BE49-F238E27FC236}">
                  <a16:creationId xmlns:a16="http://schemas.microsoft.com/office/drawing/2014/main" id="{11172727-43A5-85E4-9342-30F878F465B2}"/>
                </a:ext>
              </a:extLst>
            </p:cNvPr>
            <p:cNvGrpSpPr/>
            <p:nvPr/>
          </p:nvGrpSpPr>
          <p:grpSpPr>
            <a:xfrm flipH="1">
              <a:off x="794700" y="540000"/>
              <a:ext cx="330100" cy="358600"/>
              <a:chOff x="8245250" y="429450"/>
              <a:chExt cx="330100" cy="358600"/>
            </a:xfrm>
          </p:grpSpPr>
          <p:sp>
            <p:nvSpPr>
              <p:cNvPr id="1000" name="Google Shape;1000;p49">
                <a:extLst>
                  <a:ext uri="{FF2B5EF4-FFF2-40B4-BE49-F238E27FC236}">
                    <a16:creationId xmlns:a16="http://schemas.microsoft.com/office/drawing/2014/main" id="{7CC2B320-2C32-AE0B-97AD-69E21BBA7704}"/>
                  </a:ext>
                </a:extLst>
              </p:cNvPr>
              <p:cNvSpPr/>
              <p:nvPr/>
            </p:nvSpPr>
            <p:spPr>
              <a:xfrm>
                <a:off x="8245250" y="429450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9">
                <a:extLst>
                  <a:ext uri="{FF2B5EF4-FFF2-40B4-BE49-F238E27FC236}">
                    <a16:creationId xmlns:a16="http://schemas.microsoft.com/office/drawing/2014/main" id="{BECEECA8-741F-DAB3-F2F0-D45A83DE9240}"/>
                  </a:ext>
                </a:extLst>
              </p:cNvPr>
              <p:cNvSpPr/>
              <p:nvPr/>
            </p:nvSpPr>
            <p:spPr>
              <a:xfrm>
                <a:off x="8425050" y="63775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002" name="Google Shape;1002;p49">
            <a:extLst>
              <a:ext uri="{FF2B5EF4-FFF2-40B4-BE49-F238E27FC236}">
                <a16:creationId xmlns:a16="http://schemas.microsoft.com/office/drawing/2014/main" id="{F33B889B-2CD3-2F31-7591-31CE16383AB1}"/>
              </a:ext>
            </a:extLst>
          </p:cNvPr>
          <p:cNvGrpSpPr/>
          <p:nvPr/>
        </p:nvGrpSpPr>
        <p:grpSpPr>
          <a:xfrm flipH="1">
            <a:off x="8164083" y="1388501"/>
            <a:ext cx="415400" cy="418275"/>
            <a:chOff x="794700" y="540000"/>
            <a:chExt cx="415400" cy="418275"/>
          </a:xfrm>
        </p:grpSpPr>
        <p:sp>
          <p:nvSpPr>
            <p:cNvPr id="1003" name="Google Shape;1003;p49">
              <a:extLst>
                <a:ext uri="{FF2B5EF4-FFF2-40B4-BE49-F238E27FC236}">
                  <a16:creationId xmlns:a16="http://schemas.microsoft.com/office/drawing/2014/main" id="{E91E1498-1D37-6CB9-BF52-7BFF76E13365}"/>
                </a:ext>
              </a:extLst>
            </p:cNvPr>
            <p:cNvSpPr/>
            <p:nvPr/>
          </p:nvSpPr>
          <p:spPr>
            <a:xfrm flipH="1">
              <a:off x="1059800" y="8079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4" name="Google Shape;1004;p49">
              <a:extLst>
                <a:ext uri="{FF2B5EF4-FFF2-40B4-BE49-F238E27FC236}">
                  <a16:creationId xmlns:a16="http://schemas.microsoft.com/office/drawing/2014/main" id="{4AB8F2AA-429C-9ACE-2DC8-8B995814412D}"/>
                </a:ext>
              </a:extLst>
            </p:cNvPr>
            <p:cNvGrpSpPr/>
            <p:nvPr/>
          </p:nvGrpSpPr>
          <p:grpSpPr>
            <a:xfrm flipH="1">
              <a:off x="794700" y="540000"/>
              <a:ext cx="330100" cy="358600"/>
              <a:chOff x="8245250" y="429450"/>
              <a:chExt cx="330100" cy="358600"/>
            </a:xfrm>
          </p:grpSpPr>
          <p:sp>
            <p:nvSpPr>
              <p:cNvPr id="1005" name="Google Shape;1005;p49">
                <a:extLst>
                  <a:ext uri="{FF2B5EF4-FFF2-40B4-BE49-F238E27FC236}">
                    <a16:creationId xmlns:a16="http://schemas.microsoft.com/office/drawing/2014/main" id="{70418507-2285-3FEF-E1F9-F53AE56C3EC2}"/>
                  </a:ext>
                </a:extLst>
              </p:cNvPr>
              <p:cNvSpPr/>
              <p:nvPr/>
            </p:nvSpPr>
            <p:spPr>
              <a:xfrm>
                <a:off x="8245250" y="429450"/>
                <a:ext cx="221100" cy="2211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06" name="Google Shape;1006;p49">
                <a:extLst>
                  <a:ext uri="{FF2B5EF4-FFF2-40B4-BE49-F238E27FC236}">
                    <a16:creationId xmlns:a16="http://schemas.microsoft.com/office/drawing/2014/main" id="{4822FF2C-4C8F-31D0-FE7E-5118E1FC6387}"/>
                  </a:ext>
                </a:extLst>
              </p:cNvPr>
              <p:cNvSpPr/>
              <p:nvPr/>
            </p:nvSpPr>
            <p:spPr>
              <a:xfrm>
                <a:off x="8425050" y="637750"/>
                <a:ext cx="150300" cy="150300"/>
              </a:xfrm>
              <a:prstGeom prst="star4">
                <a:avLst>
                  <a:gd name="adj" fmla="val 12500"/>
                </a:avLst>
              </a:prstGeom>
              <a:gradFill>
                <a:gsLst>
                  <a:gs pos="0">
                    <a:srgbClr val="F3F3F3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11CF56F-8941-ECB0-D9D4-5C2639330E85}"/>
              </a:ext>
            </a:extLst>
          </p:cNvPr>
          <p:cNvSpPr/>
          <p:nvPr/>
        </p:nvSpPr>
        <p:spPr>
          <a:xfrm>
            <a:off x="2376885" y="544302"/>
            <a:ext cx="2637330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Level 1</a:t>
            </a:r>
            <a:endParaRPr lang="en-US" sz="2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EC761F-422C-3C68-3564-9F8863747A77}"/>
              </a:ext>
            </a:extLst>
          </p:cNvPr>
          <p:cNvSpPr/>
          <p:nvPr/>
        </p:nvSpPr>
        <p:spPr>
          <a:xfrm>
            <a:off x="4388098" y="4061460"/>
            <a:ext cx="468973" cy="94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3D134A-7814-A648-D2DE-DB193A7C7F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94" b="19457"/>
          <a:stretch>
            <a:fillRect/>
          </a:stretch>
        </p:blipFill>
        <p:spPr>
          <a:xfrm>
            <a:off x="1452880" y="1400873"/>
            <a:ext cx="6416230" cy="329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351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0" name="Google Shape;158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573750" y="1240450"/>
            <a:ext cx="3903048" cy="3903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81" name="Google Shape;1581;p72"/>
          <p:cNvSpPr/>
          <p:nvPr/>
        </p:nvSpPr>
        <p:spPr>
          <a:xfrm rot="466" flipH="1">
            <a:off x="5417798" y="4406076"/>
            <a:ext cx="2214900" cy="441900"/>
          </a:xfrm>
          <a:prstGeom prst="ellipse">
            <a:avLst/>
          </a:prstGeom>
          <a:solidFill>
            <a:srgbClr val="2C5166">
              <a:alpha val="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2" name="Google Shape;1582;p72"/>
          <p:cNvSpPr/>
          <p:nvPr/>
        </p:nvSpPr>
        <p:spPr>
          <a:xfrm>
            <a:off x="778900" y="2746875"/>
            <a:ext cx="3470400" cy="5493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3" name="Google Shape;1583;p72"/>
          <p:cNvSpPr txBox="1">
            <a:spLocks noGrp="1"/>
          </p:cNvSpPr>
          <p:nvPr>
            <p:ph type="title"/>
          </p:nvPr>
        </p:nvSpPr>
        <p:spPr>
          <a:xfrm>
            <a:off x="948600" y="2571750"/>
            <a:ext cx="3470399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UI Interface  </a:t>
            </a:r>
            <a:endParaRPr dirty="0"/>
          </a:p>
        </p:txBody>
      </p:sp>
      <p:sp>
        <p:nvSpPr>
          <p:cNvPr id="1584" name="Google Shape;1584;p72"/>
          <p:cNvSpPr txBox="1">
            <a:spLocks noGrp="1"/>
          </p:cNvSpPr>
          <p:nvPr>
            <p:ph type="title" idx="2"/>
          </p:nvPr>
        </p:nvSpPr>
        <p:spPr>
          <a:xfrm>
            <a:off x="948600" y="540000"/>
            <a:ext cx="2706600" cy="7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pic>
        <p:nvPicPr>
          <p:cNvPr id="1586" name="Google Shape;1586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82223" y="713525"/>
            <a:ext cx="3594574" cy="40212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6000"/>
              </a:srgbClr>
            </a:outerShdw>
          </a:effectLst>
        </p:spPr>
      </p:pic>
      <p:grpSp>
        <p:nvGrpSpPr>
          <p:cNvPr id="1587" name="Google Shape;1587;p72"/>
          <p:cNvGrpSpPr/>
          <p:nvPr/>
        </p:nvGrpSpPr>
        <p:grpSpPr>
          <a:xfrm flipH="1">
            <a:off x="4642450" y="1638200"/>
            <a:ext cx="3540725" cy="2293425"/>
            <a:chOff x="5568025" y="429450"/>
            <a:chExt cx="3540725" cy="2293425"/>
          </a:xfrm>
        </p:grpSpPr>
        <p:sp>
          <p:nvSpPr>
            <p:cNvPr id="1588" name="Google Shape;1588;p72"/>
            <p:cNvSpPr/>
            <p:nvPr/>
          </p:nvSpPr>
          <p:spPr>
            <a:xfrm>
              <a:off x="8778650" y="4294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72"/>
            <p:cNvSpPr/>
            <p:nvPr/>
          </p:nvSpPr>
          <p:spPr>
            <a:xfrm>
              <a:off x="6127850" y="8632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72"/>
            <p:cNvSpPr/>
            <p:nvPr/>
          </p:nvSpPr>
          <p:spPr>
            <a:xfrm>
              <a:off x="5977550" y="7129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72"/>
            <p:cNvSpPr/>
            <p:nvPr/>
          </p:nvSpPr>
          <p:spPr>
            <a:xfrm>
              <a:off x="5568025" y="1465613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72"/>
            <p:cNvSpPr/>
            <p:nvPr/>
          </p:nvSpPr>
          <p:spPr>
            <a:xfrm>
              <a:off x="8805000" y="25725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72"/>
            <p:cNvSpPr/>
            <p:nvPr/>
          </p:nvSpPr>
          <p:spPr>
            <a:xfrm>
              <a:off x="6160875" y="6023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72"/>
            <p:cNvSpPr/>
            <p:nvPr/>
          </p:nvSpPr>
          <p:spPr>
            <a:xfrm>
              <a:off x="8958450" y="63775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72"/>
            <p:cNvSpPr/>
            <p:nvPr/>
          </p:nvSpPr>
          <p:spPr>
            <a:xfrm>
              <a:off x="8037475" y="78142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>
          <a:extLst>
            <a:ext uri="{FF2B5EF4-FFF2-40B4-BE49-F238E27FC236}">
              <a16:creationId xmlns:a16="http://schemas.microsoft.com/office/drawing/2014/main" id="{3F787AA9-F8C2-0AE8-796D-44B5B066D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8">
            <a:extLst>
              <a:ext uri="{FF2B5EF4-FFF2-40B4-BE49-F238E27FC236}">
                <a16:creationId xmlns:a16="http://schemas.microsoft.com/office/drawing/2014/main" id="{C32D6D0C-C6E8-1C9F-7E0E-3D315EE76E73}"/>
              </a:ext>
            </a:extLst>
          </p:cNvPr>
          <p:cNvSpPr/>
          <p:nvPr/>
        </p:nvSpPr>
        <p:spPr>
          <a:xfrm>
            <a:off x="720000" y="2993025"/>
            <a:ext cx="2514600" cy="75378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8">
            <a:extLst>
              <a:ext uri="{FF2B5EF4-FFF2-40B4-BE49-F238E27FC236}">
                <a16:creationId xmlns:a16="http://schemas.microsoft.com/office/drawing/2014/main" id="{9EE751F4-F2D1-9D6D-81E7-06169B8133E0}"/>
              </a:ext>
            </a:extLst>
          </p:cNvPr>
          <p:cNvSpPr/>
          <p:nvPr/>
        </p:nvSpPr>
        <p:spPr>
          <a:xfrm>
            <a:off x="5909400" y="2993025"/>
            <a:ext cx="2514600" cy="75378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8">
            <a:extLst>
              <a:ext uri="{FF2B5EF4-FFF2-40B4-BE49-F238E27FC236}">
                <a16:creationId xmlns:a16="http://schemas.microsoft.com/office/drawing/2014/main" id="{57E6342D-3082-5013-61E6-62CC4DF2A514}"/>
              </a:ext>
            </a:extLst>
          </p:cNvPr>
          <p:cNvSpPr/>
          <p:nvPr/>
        </p:nvSpPr>
        <p:spPr>
          <a:xfrm>
            <a:off x="3314700" y="2993024"/>
            <a:ext cx="2514600" cy="75378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8">
            <a:extLst>
              <a:ext uri="{FF2B5EF4-FFF2-40B4-BE49-F238E27FC236}">
                <a16:creationId xmlns:a16="http://schemas.microsoft.com/office/drawing/2014/main" id="{2086DBFA-CE00-04AD-323E-924767FA78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Interface </a:t>
            </a:r>
            <a:r>
              <a:rPr lang="en" dirty="0">
                <a:solidFill>
                  <a:schemeClr val="lt2"/>
                </a:solidFill>
              </a:rPr>
              <a:t>Sheet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54" name="Google Shape;354;p38">
            <a:extLst>
              <a:ext uri="{FF2B5EF4-FFF2-40B4-BE49-F238E27FC236}">
                <a16:creationId xmlns:a16="http://schemas.microsoft.com/office/drawing/2014/main" id="{B09FEB59-B4D3-9AAA-85E3-14F3AF62E1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909400" y="2973674"/>
            <a:ext cx="2514600" cy="7731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Login Page</a:t>
            </a:r>
            <a:endParaRPr dirty="0"/>
          </a:p>
        </p:txBody>
      </p:sp>
      <p:sp>
        <p:nvSpPr>
          <p:cNvPr id="355" name="Google Shape;355;p38">
            <a:extLst>
              <a:ext uri="{FF2B5EF4-FFF2-40B4-BE49-F238E27FC236}">
                <a16:creationId xmlns:a16="http://schemas.microsoft.com/office/drawing/2014/main" id="{B32D93AD-52A7-1E2B-98D6-A81E153F3AE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909400" y="3878072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dirty="0"/>
              <a:t>Login dashboard for both user and admin.</a:t>
            </a:r>
          </a:p>
        </p:txBody>
      </p:sp>
      <p:sp>
        <p:nvSpPr>
          <p:cNvPr id="356" name="Google Shape;356;p38">
            <a:extLst>
              <a:ext uri="{FF2B5EF4-FFF2-40B4-BE49-F238E27FC236}">
                <a16:creationId xmlns:a16="http://schemas.microsoft.com/office/drawing/2014/main" id="{C5709D58-1403-781E-E280-103AD2CD3D2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314700" y="2973675"/>
            <a:ext cx="25146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Register Page</a:t>
            </a:r>
            <a:endParaRPr dirty="0"/>
          </a:p>
        </p:txBody>
      </p:sp>
      <p:sp>
        <p:nvSpPr>
          <p:cNvPr id="357" name="Google Shape;357;p38">
            <a:extLst>
              <a:ext uri="{FF2B5EF4-FFF2-40B4-BE49-F238E27FC236}">
                <a16:creationId xmlns:a16="http://schemas.microsoft.com/office/drawing/2014/main" id="{4AB32D03-94A6-8472-5770-34A8AC9356D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354750" y="3878072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Registration dashboard for both user and admin.</a:t>
            </a:r>
            <a:endParaRPr dirty="0"/>
          </a:p>
        </p:txBody>
      </p:sp>
      <p:sp>
        <p:nvSpPr>
          <p:cNvPr id="358" name="Google Shape;358;p38">
            <a:extLst>
              <a:ext uri="{FF2B5EF4-FFF2-40B4-BE49-F238E27FC236}">
                <a16:creationId xmlns:a16="http://schemas.microsoft.com/office/drawing/2014/main" id="{182871A1-F080-540D-2F6D-184D5BE92C6C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19999" y="2973675"/>
            <a:ext cx="2514599" cy="7731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Welcome Page</a:t>
            </a:r>
            <a:endParaRPr dirty="0"/>
          </a:p>
        </p:txBody>
      </p:sp>
      <p:sp>
        <p:nvSpPr>
          <p:cNvPr id="359" name="Google Shape;359;p38">
            <a:extLst>
              <a:ext uri="{FF2B5EF4-FFF2-40B4-BE49-F238E27FC236}">
                <a16:creationId xmlns:a16="http://schemas.microsoft.com/office/drawing/2014/main" id="{BD34D820-0EC2-872D-9121-1C9E91CE7FD6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96666" y="3878072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Welcome page gives a brief intro to the new user.</a:t>
            </a:r>
            <a:endParaRPr dirty="0"/>
          </a:p>
        </p:txBody>
      </p:sp>
      <p:grpSp>
        <p:nvGrpSpPr>
          <p:cNvPr id="7" name="Google Shape;992;p49">
            <a:extLst>
              <a:ext uri="{FF2B5EF4-FFF2-40B4-BE49-F238E27FC236}">
                <a16:creationId xmlns:a16="http://schemas.microsoft.com/office/drawing/2014/main" id="{C7CFBCC0-3E5D-D276-A3AA-FEB3642B2B45}"/>
              </a:ext>
            </a:extLst>
          </p:cNvPr>
          <p:cNvGrpSpPr/>
          <p:nvPr/>
        </p:nvGrpSpPr>
        <p:grpSpPr>
          <a:xfrm>
            <a:off x="801776" y="1340758"/>
            <a:ext cx="2276603" cy="1453453"/>
            <a:chOff x="4854325" y="1936705"/>
            <a:chExt cx="3569700" cy="2142920"/>
          </a:xfrm>
        </p:grpSpPr>
        <p:sp>
          <p:nvSpPr>
            <p:cNvPr id="8" name="Google Shape;993;p49">
              <a:extLst>
                <a:ext uri="{FF2B5EF4-FFF2-40B4-BE49-F238E27FC236}">
                  <a16:creationId xmlns:a16="http://schemas.microsoft.com/office/drawing/2014/main" id="{D985C06E-F576-E48E-5E2C-B3FE944734E3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94;p49">
              <a:extLst>
                <a:ext uri="{FF2B5EF4-FFF2-40B4-BE49-F238E27FC236}">
                  <a16:creationId xmlns:a16="http://schemas.microsoft.com/office/drawing/2014/main" id="{7237BC42-A9F7-F93E-54EC-6B4107C3A34D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95;p49">
              <a:extLst>
                <a:ext uri="{FF2B5EF4-FFF2-40B4-BE49-F238E27FC236}">
                  <a16:creationId xmlns:a16="http://schemas.microsoft.com/office/drawing/2014/main" id="{D7473AB8-52C3-D8D3-5B89-D364231AB4BA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992;p49">
            <a:extLst>
              <a:ext uri="{FF2B5EF4-FFF2-40B4-BE49-F238E27FC236}">
                <a16:creationId xmlns:a16="http://schemas.microsoft.com/office/drawing/2014/main" id="{72C24CAF-25E8-9256-1930-981248992A2D}"/>
              </a:ext>
            </a:extLst>
          </p:cNvPr>
          <p:cNvGrpSpPr/>
          <p:nvPr/>
        </p:nvGrpSpPr>
        <p:grpSpPr>
          <a:xfrm>
            <a:off x="3403959" y="1340758"/>
            <a:ext cx="2276603" cy="1453453"/>
            <a:chOff x="4854325" y="1936705"/>
            <a:chExt cx="3569700" cy="2142920"/>
          </a:xfrm>
        </p:grpSpPr>
        <p:sp>
          <p:nvSpPr>
            <p:cNvPr id="13" name="Google Shape;993;p49">
              <a:extLst>
                <a:ext uri="{FF2B5EF4-FFF2-40B4-BE49-F238E27FC236}">
                  <a16:creationId xmlns:a16="http://schemas.microsoft.com/office/drawing/2014/main" id="{0924489D-63DF-DC21-E44B-0299A537BA9D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94;p49">
              <a:extLst>
                <a:ext uri="{FF2B5EF4-FFF2-40B4-BE49-F238E27FC236}">
                  <a16:creationId xmlns:a16="http://schemas.microsoft.com/office/drawing/2014/main" id="{49AA5C73-4273-EFE0-8BA4-21AE0E9F5040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95;p49">
              <a:extLst>
                <a:ext uri="{FF2B5EF4-FFF2-40B4-BE49-F238E27FC236}">
                  <a16:creationId xmlns:a16="http://schemas.microsoft.com/office/drawing/2014/main" id="{3B58DDA5-EC71-77BB-8F85-136B1021B56E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AB10EC7E-8B82-0301-30C0-A76C06A380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66686" y="1452855"/>
            <a:ext cx="1951156" cy="1189028"/>
          </a:xfrm>
          <a:prstGeom prst="rect">
            <a:avLst/>
          </a:prstGeom>
        </p:spPr>
      </p:pic>
      <p:grpSp>
        <p:nvGrpSpPr>
          <p:cNvPr id="17" name="Google Shape;992;p49">
            <a:extLst>
              <a:ext uri="{FF2B5EF4-FFF2-40B4-BE49-F238E27FC236}">
                <a16:creationId xmlns:a16="http://schemas.microsoft.com/office/drawing/2014/main" id="{6CF4F622-487F-D83F-C479-18FBF8323F91}"/>
              </a:ext>
            </a:extLst>
          </p:cNvPr>
          <p:cNvGrpSpPr/>
          <p:nvPr/>
        </p:nvGrpSpPr>
        <p:grpSpPr>
          <a:xfrm>
            <a:off x="6006142" y="1340758"/>
            <a:ext cx="2276603" cy="1453453"/>
            <a:chOff x="4854325" y="1936705"/>
            <a:chExt cx="3569700" cy="2142920"/>
          </a:xfrm>
        </p:grpSpPr>
        <p:sp>
          <p:nvSpPr>
            <p:cNvPr id="18" name="Google Shape;993;p49">
              <a:extLst>
                <a:ext uri="{FF2B5EF4-FFF2-40B4-BE49-F238E27FC236}">
                  <a16:creationId xmlns:a16="http://schemas.microsoft.com/office/drawing/2014/main" id="{38C0D2C0-A695-8EDF-C13F-F25D401DF366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94;p49">
              <a:extLst>
                <a:ext uri="{FF2B5EF4-FFF2-40B4-BE49-F238E27FC236}">
                  <a16:creationId xmlns:a16="http://schemas.microsoft.com/office/drawing/2014/main" id="{4B9A35F9-45C2-1FDB-EDA6-37A3D40AED2B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95;p49">
              <a:extLst>
                <a:ext uri="{FF2B5EF4-FFF2-40B4-BE49-F238E27FC236}">
                  <a16:creationId xmlns:a16="http://schemas.microsoft.com/office/drawing/2014/main" id="{6F0DDD5E-D05B-2F00-ED9C-85C5389ABDCB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C71B519-3A86-0728-BE8F-6A1E53513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267" y="1452856"/>
            <a:ext cx="1913334" cy="11740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51B53E-EE66-F4C2-C741-D8642606C6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1" y="1452855"/>
            <a:ext cx="1912620" cy="118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040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>
          <a:extLst>
            <a:ext uri="{FF2B5EF4-FFF2-40B4-BE49-F238E27FC236}">
              <a16:creationId xmlns:a16="http://schemas.microsoft.com/office/drawing/2014/main" id="{1D163BAD-1128-C2F6-472D-0FB14246F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8">
            <a:extLst>
              <a:ext uri="{FF2B5EF4-FFF2-40B4-BE49-F238E27FC236}">
                <a16:creationId xmlns:a16="http://schemas.microsoft.com/office/drawing/2014/main" id="{90184F0C-79DE-8906-F758-2E03B2D044BD}"/>
              </a:ext>
            </a:extLst>
          </p:cNvPr>
          <p:cNvSpPr/>
          <p:nvPr/>
        </p:nvSpPr>
        <p:spPr>
          <a:xfrm>
            <a:off x="720000" y="2993025"/>
            <a:ext cx="2514600" cy="75378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8">
            <a:extLst>
              <a:ext uri="{FF2B5EF4-FFF2-40B4-BE49-F238E27FC236}">
                <a16:creationId xmlns:a16="http://schemas.microsoft.com/office/drawing/2014/main" id="{E570D5A4-F1E0-9861-F794-D9ABBE128FDB}"/>
              </a:ext>
            </a:extLst>
          </p:cNvPr>
          <p:cNvSpPr/>
          <p:nvPr/>
        </p:nvSpPr>
        <p:spPr>
          <a:xfrm>
            <a:off x="5909400" y="2993025"/>
            <a:ext cx="2514600" cy="75378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8">
            <a:extLst>
              <a:ext uri="{FF2B5EF4-FFF2-40B4-BE49-F238E27FC236}">
                <a16:creationId xmlns:a16="http://schemas.microsoft.com/office/drawing/2014/main" id="{1AA226E5-2C56-73CB-93C4-4C5F84BF6209}"/>
              </a:ext>
            </a:extLst>
          </p:cNvPr>
          <p:cNvSpPr/>
          <p:nvPr/>
        </p:nvSpPr>
        <p:spPr>
          <a:xfrm>
            <a:off x="3314700" y="2993024"/>
            <a:ext cx="2514600" cy="75378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8">
            <a:extLst>
              <a:ext uri="{FF2B5EF4-FFF2-40B4-BE49-F238E27FC236}">
                <a16:creationId xmlns:a16="http://schemas.microsoft.com/office/drawing/2014/main" id="{F7D31D89-C4D1-86BD-A98F-8888FD448C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Interface </a:t>
            </a:r>
            <a:r>
              <a:rPr lang="en" dirty="0">
                <a:solidFill>
                  <a:schemeClr val="lt2"/>
                </a:solidFill>
              </a:rPr>
              <a:t>Sheet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54" name="Google Shape;354;p38">
            <a:extLst>
              <a:ext uri="{FF2B5EF4-FFF2-40B4-BE49-F238E27FC236}">
                <a16:creationId xmlns:a16="http://schemas.microsoft.com/office/drawing/2014/main" id="{EA165D35-3D1B-B012-8FD5-7F654FE1506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909400" y="2973674"/>
            <a:ext cx="2514600" cy="7731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Question Details Page</a:t>
            </a:r>
            <a:endParaRPr dirty="0"/>
          </a:p>
        </p:txBody>
      </p:sp>
      <p:sp>
        <p:nvSpPr>
          <p:cNvPr id="355" name="Google Shape;355;p38">
            <a:extLst>
              <a:ext uri="{FF2B5EF4-FFF2-40B4-BE49-F238E27FC236}">
                <a16:creationId xmlns:a16="http://schemas.microsoft.com/office/drawing/2014/main" id="{D8E5DA6A-C908-7402-F95B-528213C40C3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909400" y="3878072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dirty="0"/>
              <a:t>It include list of all the test that have been created by teacher</a:t>
            </a:r>
          </a:p>
        </p:txBody>
      </p:sp>
      <p:sp>
        <p:nvSpPr>
          <p:cNvPr id="356" name="Google Shape;356;p38">
            <a:extLst>
              <a:ext uri="{FF2B5EF4-FFF2-40B4-BE49-F238E27FC236}">
                <a16:creationId xmlns:a16="http://schemas.microsoft.com/office/drawing/2014/main" id="{B575C2AF-9875-3922-70DF-6C04226639A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314700" y="2973675"/>
            <a:ext cx="25146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Ask Question Page</a:t>
            </a:r>
            <a:endParaRPr dirty="0"/>
          </a:p>
        </p:txBody>
      </p:sp>
      <p:sp>
        <p:nvSpPr>
          <p:cNvPr id="357" name="Google Shape;357;p38">
            <a:extLst>
              <a:ext uri="{FF2B5EF4-FFF2-40B4-BE49-F238E27FC236}">
                <a16:creationId xmlns:a16="http://schemas.microsoft.com/office/drawing/2014/main" id="{CB29C734-C68F-2C12-4A6E-C0976A01938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354750" y="3878072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It helps the teacher to create test v</a:t>
            </a:r>
            <a:r>
              <a:rPr lang="en-IN" dirty="0"/>
              <a:t>er</a:t>
            </a:r>
            <a:r>
              <a:rPr lang="en" dirty="0"/>
              <a:t>y fastly for conducting test</a:t>
            </a:r>
            <a:endParaRPr dirty="0"/>
          </a:p>
        </p:txBody>
      </p:sp>
      <p:sp>
        <p:nvSpPr>
          <p:cNvPr id="358" name="Google Shape;358;p38">
            <a:extLst>
              <a:ext uri="{FF2B5EF4-FFF2-40B4-BE49-F238E27FC236}">
                <a16:creationId xmlns:a16="http://schemas.microsoft.com/office/drawing/2014/main" id="{AC629775-2253-9191-68CC-F954A3A68A0D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19999" y="2973675"/>
            <a:ext cx="2514599" cy="7731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Question List Page</a:t>
            </a:r>
            <a:endParaRPr dirty="0"/>
          </a:p>
        </p:txBody>
      </p:sp>
      <p:sp>
        <p:nvSpPr>
          <p:cNvPr id="359" name="Google Shape;359;p38">
            <a:extLst>
              <a:ext uri="{FF2B5EF4-FFF2-40B4-BE49-F238E27FC236}">
                <a16:creationId xmlns:a16="http://schemas.microsoft.com/office/drawing/2014/main" id="{06C45AFC-A857-EDAF-6083-D1A9FCFE459C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96666" y="3878072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It include list of all the the test that have been given by student </a:t>
            </a:r>
            <a:endParaRPr dirty="0"/>
          </a:p>
        </p:txBody>
      </p:sp>
      <p:grpSp>
        <p:nvGrpSpPr>
          <p:cNvPr id="7" name="Google Shape;992;p49">
            <a:extLst>
              <a:ext uri="{FF2B5EF4-FFF2-40B4-BE49-F238E27FC236}">
                <a16:creationId xmlns:a16="http://schemas.microsoft.com/office/drawing/2014/main" id="{67205B19-149F-6EAF-D262-FA26936466BE}"/>
              </a:ext>
            </a:extLst>
          </p:cNvPr>
          <p:cNvGrpSpPr/>
          <p:nvPr/>
        </p:nvGrpSpPr>
        <p:grpSpPr>
          <a:xfrm>
            <a:off x="801776" y="1340758"/>
            <a:ext cx="2276603" cy="1453453"/>
            <a:chOff x="4854325" y="1936705"/>
            <a:chExt cx="3569700" cy="2142920"/>
          </a:xfrm>
        </p:grpSpPr>
        <p:sp>
          <p:nvSpPr>
            <p:cNvPr id="8" name="Google Shape;993;p49">
              <a:extLst>
                <a:ext uri="{FF2B5EF4-FFF2-40B4-BE49-F238E27FC236}">
                  <a16:creationId xmlns:a16="http://schemas.microsoft.com/office/drawing/2014/main" id="{9BB81E25-A3D2-F19E-B398-25B235955491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94;p49">
              <a:extLst>
                <a:ext uri="{FF2B5EF4-FFF2-40B4-BE49-F238E27FC236}">
                  <a16:creationId xmlns:a16="http://schemas.microsoft.com/office/drawing/2014/main" id="{8CEEF7C0-BFDA-3FCE-6CDA-38FD095DEB9C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95;p49">
              <a:extLst>
                <a:ext uri="{FF2B5EF4-FFF2-40B4-BE49-F238E27FC236}">
                  <a16:creationId xmlns:a16="http://schemas.microsoft.com/office/drawing/2014/main" id="{70B3687F-E58C-1ED4-9DF0-7C960736C042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34E3AA5C-0DAB-56D9-B71B-4E63320503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4503" y="1481896"/>
            <a:ext cx="1951156" cy="1164372"/>
          </a:xfrm>
          <a:prstGeom prst="rect">
            <a:avLst/>
          </a:prstGeom>
        </p:spPr>
      </p:pic>
      <p:grpSp>
        <p:nvGrpSpPr>
          <p:cNvPr id="12" name="Google Shape;992;p49">
            <a:extLst>
              <a:ext uri="{FF2B5EF4-FFF2-40B4-BE49-F238E27FC236}">
                <a16:creationId xmlns:a16="http://schemas.microsoft.com/office/drawing/2014/main" id="{8FE6869C-BE54-DF8D-AAAB-E32FBF9CDFF7}"/>
              </a:ext>
            </a:extLst>
          </p:cNvPr>
          <p:cNvGrpSpPr/>
          <p:nvPr/>
        </p:nvGrpSpPr>
        <p:grpSpPr>
          <a:xfrm>
            <a:off x="3403959" y="1340758"/>
            <a:ext cx="2276603" cy="1453453"/>
            <a:chOff x="4854325" y="1936705"/>
            <a:chExt cx="3569700" cy="2142920"/>
          </a:xfrm>
        </p:grpSpPr>
        <p:sp>
          <p:nvSpPr>
            <p:cNvPr id="13" name="Google Shape;993;p49">
              <a:extLst>
                <a:ext uri="{FF2B5EF4-FFF2-40B4-BE49-F238E27FC236}">
                  <a16:creationId xmlns:a16="http://schemas.microsoft.com/office/drawing/2014/main" id="{D7146A15-29A5-1B8C-C09D-1015E5748E4B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94;p49">
              <a:extLst>
                <a:ext uri="{FF2B5EF4-FFF2-40B4-BE49-F238E27FC236}">
                  <a16:creationId xmlns:a16="http://schemas.microsoft.com/office/drawing/2014/main" id="{7FCF2363-4FB1-9F6F-C678-CBA964943C10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95;p49">
              <a:extLst>
                <a:ext uri="{FF2B5EF4-FFF2-40B4-BE49-F238E27FC236}">
                  <a16:creationId xmlns:a16="http://schemas.microsoft.com/office/drawing/2014/main" id="{532BFF2D-B01F-49A6-4D35-DD05ABE13E68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992;p49">
            <a:extLst>
              <a:ext uri="{FF2B5EF4-FFF2-40B4-BE49-F238E27FC236}">
                <a16:creationId xmlns:a16="http://schemas.microsoft.com/office/drawing/2014/main" id="{1521E4B7-2D9C-1D6D-74DE-D71D68655463}"/>
              </a:ext>
            </a:extLst>
          </p:cNvPr>
          <p:cNvGrpSpPr/>
          <p:nvPr/>
        </p:nvGrpSpPr>
        <p:grpSpPr>
          <a:xfrm>
            <a:off x="6006142" y="1340758"/>
            <a:ext cx="2276603" cy="1453453"/>
            <a:chOff x="4854325" y="1936705"/>
            <a:chExt cx="3569700" cy="2142920"/>
          </a:xfrm>
        </p:grpSpPr>
        <p:sp>
          <p:nvSpPr>
            <p:cNvPr id="18" name="Google Shape;993;p49">
              <a:extLst>
                <a:ext uri="{FF2B5EF4-FFF2-40B4-BE49-F238E27FC236}">
                  <a16:creationId xmlns:a16="http://schemas.microsoft.com/office/drawing/2014/main" id="{F0386A1A-1D45-9771-39EC-4DD5E3D00096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94;p49">
              <a:extLst>
                <a:ext uri="{FF2B5EF4-FFF2-40B4-BE49-F238E27FC236}">
                  <a16:creationId xmlns:a16="http://schemas.microsoft.com/office/drawing/2014/main" id="{3B1CCB40-3893-2C0C-ADF1-D369AFDADD54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95;p49">
              <a:extLst>
                <a:ext uri="{FF2B5EF4-FFF2-40B4-BE49-F238E27FC236}">
                  <a16:creationId xmlns:a16="http://schemas.microsoft.com/office/drawing/2014/main" id="{99CC89A3-DC75-D2D5-A6D9-5410E7DF6D2D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F27D9B75-72BA-554D-D699-D7A8691D0D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65235" y="1452855"/>
            <a:ext cx="1951156" cy="11934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DAC0D1-514B-3C1D-955F-CDE63A05A8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89720" y="1481896"/>
            <a:ext cx="1911864" cy="116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16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>
          <a:extLst>
            <a:ext uri="{FF2B5EF4-FFF2-40B4-BE49-F238E27FC236}">
              <a16:creationId xmlns:a16="http://schemas.microsoft.com/office/drawing/2014/main" id="{8382F418-9869-B7B2-8EFA-7C2907CF5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8">
            <a:extLst>
              <a:ext uri="{FF2B5EF4-FFF2-40B4-BE49-F238E27FC236}">
                <a16:creationId xmlns:a16="http://schemas.microsoft.com/office/drawing/2014/main" id="{2C914FD6-0DAF-BE56-C56D-131153AC3FE7}"/>
              </a:ext>
            </a:extLst>
          </p:cNvPr>
          <p:cNvSpPr/>
          <p:nvPr/>
        </p:nvSpPr>
        <p:spPr>
          <a:xfrm>
            <a:off x="720000" y="2993025"/>
            <a:ext cx="2514600" cy="75378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8">
            <a:extLst>
              <a:ext uri="{FF2B5EF4-FFF2-40B4-BE49-F238E27FC236}">
                <a16:creationId xmlns:a16="http://schemas.microsoft.com/office/drawing/2014/main" id="{0AE56D3C-CB18-97FC-6D45-EBCE227F9A96}"/>
              </a:ext>
            </a:extLst>
          </p:cNvPr>
          <p:cNvSpPr/>
          <p:nvPr/>
        </p:nvSpPr>
        <p:spPr>
          <a:xfrm>
            <a:off x="5909400" y="2993025"/>
            <a:ext cx="2514600" cy="75378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38">
            <a:extLst>
              <a:ext uri="{FF2B5EF4-FFF2-40B4-BE49-F238E27FC236}">
                <a16:creationId xmlns:a16="http://schemas.microsoft.com/office/drawing/2014/main" id="{F3AE847B-C6BB-18B6-8786-7B277D986D70}"/>
              </a:ext>
            </a:extLst>
          </p:cNvPr>
          <p:cNvSpPr/>
          <p:nvPr/>
        </p:nvSpPr>
        <p:spPr>
          <a:xfrm>
            <a:off x="3314700" y="2993024"/>
            <a:ext cx="2514600" cy="75378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8">
            <a:extLst>
              <a:ext uri="{FF2B5EF4-FFF2-40B4-BE49-F238E27FC236}">
                <a16:creationId xmlns:a16="http://schemas.microsoft.com/office/drawing/2014/main" id="{9C76AA49-9111-BD3A-4E55-9CF399C7B7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Interface </a:t>
            </a:r>
            <a:r>
              <a:rPr lang="en" dirty="0">
                <a:solidFill>
                  <a:schemeClr val="lt2"/>
                </a:solidFill>
              </a:rPr>
              <a:t>Sheet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54" name="Google Shape;354;p38">
            <a:extLst>
              <a:ext uri="{FF2B5EF4-FFF2-40B4-BE49-F238E27FC236}">
                <a16:creationId xmlns:a16="http://schemas.microsoft.com/office/drawing/2014/main" id="{44FCC50A-9E53-E768-FF69-42AF60AA36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909400" y="2973674"/>
            <a:ext cx="2514600" cy="7731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Answer Submit Page</a:t>
            </a:r>
            <a:endParaRPr dirty="0"/>
          </a:p>
        </p:txBody>
      </p:sp>
      <p:sp>
        <p:nvSpPr>
          <p:cNvPr id="355" name="Google Shape;355;p38">
            <a:extLst>
              <a:ext uri="{FF2B5EF4-FFF2-40B4-BE49-F238E27FC236}">
                <a16:creationId xmlns:a16="http://schemas.microsoft.com/office/drawing/2014/main" id="{6B5A3964-01D2-DDBD-18B7-513ECB7D658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909400" y="3878072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US" dirty="0"/>
              <a:t>It helps in submission of answer for approval. </a:t>
            </a:r>
          </a:p>
        </p:txBody>
      </p:sp>
      <p:sp>
        <p:nvSpPr>
          <p:cNvPr id="356" name="Google Shape;356;p38">
            <a:extLst>
              <a:ext uri="{FF2B5EF4-FFF2-40B4-BE49-F238E27FC236}">
                <a16:creationId xmlns:a16="http://schemas.microsoft.com/office/drawing/2014/main" id="{6D6F9956-4599-4346-AFB9-FB926D2AE4D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314700" y="2973675"/>
            <a:ext cx="2514600" cy="4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Admin front Page</a:t>
            </a:r>
            <a:endParaRPr dirty="0"/>
          </a:p>
        </p:txBody>
      </p:sp>
      <p:sp>
        <p:nvSpPr>
          <p:cNvPr id="357" name="Google Shape;357;p38">
            <a:extLst>
              <a:ext uri="{FF2B5EF4-FFF2-40B4-BE49-F238E27FC236}">
                <a16:creationId xmlns:a16="http://schemas.microsoft.com/office/drawing/2014/main" id="{10D7BC41-0D61-F05B-F714-76BD4D98E2EB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354750" y="3878072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dirty="0"/>
              <a:t> </a:t>
            </a:r>
            <a:endParaRPr dirty="0"/>
          </a:p>
        </p:txBody>
      </p:sp>
      <p:sp>
        <p:nvSpPr>
          <p:cNvPr id="358" name="Google Shape;358;p38">
            <a:extLst>
              <a:ext uri="{FF2B5EF4-FFF2-40B4-BE49-F238E27FC236}">
                <a16:creationId xmlns:a16="http://schemas.microsoft.com/office/drawing/2014/main" id="{DA0CE25B-597C-289F-272E-00F863228CC3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19999" y="2973675"/>
            <a:ext cx="2514599" cy="7731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Admin Dashboard</a:t>
            </a:r>
            <a:endParaRPr dirty="0"/>
          </a:p>
        </p:txBody>
      </p:sp>
      <p:sp>
        <p:nvSpPr>
          <p:cNvPr id="359" name="Google Shape;359;p38">
            <a:extLst>
              <a:ext uri="{FF2B5EF4-FFF2-40B4-BE49-F238E27FC236}">
                <a16:creationId xmlns:a16="http://schemas.microsoft.com/office/drawing/2014/main" id="{B9AECFFF-6C88-8831-A0B3-4BD26840409F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96666" y="3878072"/>
            <a:ext cx="25146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It include list of all the the information of the question and user</a:t>
            </a:r>
            <a:endParaRPr dirty="0"/>
          </a:p>
        </p:txBody>
      </p:sp>
      <p:grpSp>
        <p:nvGrpSpPr>
          <p:cNvPr id="7" name="Google Shape;992;p49">
            <a:extLst>
              <a:ext uri="{FF2B5EF4-FFF2-40B4-BE49-F238E27FC236}">
                <a16:creationId xmlns:a16="http://schemas.microsoft.com/office/drawing/2014/main" id="{0B5A0276-0686-BE96-570D-1594FA4871F2}"/>
              </a:ext>
            </a:extLst>
          </p:cNvPr>
          <p:cNvGrpSpPr/>
          <p:nvPr/>
        </p:nvGrpSpPr>
        <p:grpSpPr>
          <a:xfrm>
            <a:off x="801776" y="1340758"/>
            <a:ext cx="2276603" cy="1453453"/>
            <a:chOff x="4854325" y="1936705"/>
            <a:chExt cx="3569700" cy="2142920"/>
          </a:xfrm>
        </p:grpSpPr>
        <p:sp>
          <p:nvSpPr>
            <p:cNvPr id="8" name="Google Shape;993;p49">
              <a:extLst>
                <a:ext uri="{FF2B5EF4-FFF2-40B4-BE49-F238E27FC236}">
                  <a16:creationId xmlns:a16="http://schemas.microsoft.com/office/drawing/2014/main" id="{427F1940-0535-6734-BB6B-322A6726B329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94;p49">
              <a:extLst>
                <a:ext uri="{FF2B5EF4-FFF2-40B4-BE49-F238E27FC236}">
                  <a16:creationId xmlns:a16="http://schemas.microsoft.com/office/drawing/2014/main" id="{5887A064-D9E7-B356-8756-2C5D1A17208E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95;p49">
              <a:extLst>
                <a:ext uri="{FF2B5EF4-FFF2-40B4-BE49-F238E27FC236}">
                  <a16:creationId xmlns:a16="http://schemas.microsoft.com/office/drawing/2014/main" id="{9150DA12-A2BE-2DBA-B190-E9D82C287DD3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AE4C8EC-1081-70A0-85B9-489709B636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4503" y="1481897"/>
            <a:ext cx="1951156" cy="1164372"/>
          </a:xfrm>
          <a:prstGeom prst="rect">
            <a:avLst/>
          </a:prstGeom>
        </p:spPr>
      </p:pic>
      <p:grpSp>
        <p:nvGrpSpPr>
          <p:cNvPr id="12" name="Google Shape;992;p49">
            <a:extLst>
              <a:ext uri="{FF2B5EF4-FFF2-40B4-BE49-F238E27FC236}">
                <a16:creationId xmlns:a16="http://schemas.microsoft.com/office/drawing/2014/main" id="{D8E3210C-9A6C-6FC4-28AB-7B8FB5FE0277}"/>
              </a:ext>
            </a:extLst>
          </p:cNvPr>
          <p:cNvGrpSpPr/>
          <p:nvPr/>
        </p:nvGrpSpPr>
        <p:grpSpPr>
          <a:xfrm>
            <a:off x="3403959" y="1340758"/>
            <a:ext cx="2276603" cy="1453453"/>
            <a:chOff x="4854325" y="1936705"/>
            <a:chExt cx="3569700" cy="2142920"/>
          </a:xfrm>
        </p:grpSpPr>
        <p:sp>
          <p:nvSpPr>
            <p:cNvPr id="13" name="Google Shape;993;p49">
              <a:extLst>
                <a:ext uri="{FF2B5EF4-FFF2-40B4-BE49-F238E27FC236}">
                  <a16:creationId xmlns:a16="http://schemas.microsoft.com/office/drawing/2014/main" id="{27575564-FB0B-B1DB-CDF5-A951B5801A95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94;p49">
              <a:extLst>
                <a:ext uri="{FF2B5EF4-FFF2-40B4-BE49-F238E27FC236}">
                  <a16:creationId xmlns:a16="http://schemas.microsoft.com/office/drawing/2014/main" id="{5259825C-F771-1C4C-9910-3D9372C35E29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95;p49">
              <a:extLst>
                <a:ext uri="{FF2B5EF4-FFF2-40B4-BE49-F238E27FC236}">
                  <a16:creationId xmlns:a16="http://schemas.microsoft.com/office/drawing/2014/main" id="{4D116B9F-487B-512B-798B-D9F6EB645D98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992;p49">
            <a:extLst>
              <a:ext uri="{FF2B5EF4-FFF2-40B4-BE49-F238E27FC236}">
                <a16:creationId xmlns:a16="http://schemas.microsoft.com/office/drawing/2014/main" id="{0F495C73-5C46-0FBD-7AD9-2D21CB54BFC6}"/>
              </a:ext>
            </a:extLst>
          </p:cNvPr>
          <p:cNvGrpSpPr/>
          <p:nvPr/>
        </p:nvGrpSpPr>
        <p:grpSpPr>
          <a:xfrm>
            <a:off x="6006142" y="1340758"/>
            <a:ext cx="2276603" cy="1453453"/>
            <a:chOff x="4854325" y="1936705"/>
            <a:chExt cx="3569700" cy="2142920"/>
          </a:xfrm>
        </p:grpSpPr>
        <p:sp>
          <p:nvSpPr>
            <p:cNvPr id="18" name="Google Shape;993;p49">
              <a:extLst>
                <a:ext uri="{FF2B5EF4-FFF2-40B4-BE49-F238E27FC236}">
                  <a16:creationId xmlns:a16="http://schemas.microsoft.com/office/drawing/2014/main" id="{D28B9499-6A91-D27D-34FA-7B4A0EC61A46}"/>
                </a:ext>
              </a:extLst>
            </p:cNvPr>
            <p:cNvSpPr/>
            <p:nvPr/>
          </p:nvSpPr>
          <p:spPr>
            <a:xfrm>
              <a:off x="5044081" y="1936705"/>
              <a:ext cx="3190200" cy="1990200"/>
            </a:xfrm>
            <a:prstGeom prst="round2SameRect">
              <a:avLst>
                <a:gd name="adj1" fmla="val 4232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94;p49">
              <a:extLst>
                <a:ext uri="{FF2B5EF4-FFF2-40B4-BE49-F238E27FC236}">
                  <a16:creationId xmlns:a16="http://schemas.microsoft.com/office/drawing/2014/main" id="{387B12C4-A78C-4697-B33B-D8B1D922679A}"/>
                </a:ext>
              </a:extLst>
            </p:cNvPr>
            <p:cNvSpPr/>
            <p:nvPr/>
          </p:nvSpPr>
          <p:spPr>
            <a:xfrm rot="10800000">
              <a:off x="4854325" y="3926925"/>
              <a:ext cx="3569700" cy="152700"/>
            </a:xfrm>
            <a:prstGeom prst="round2SameRect">
              <a:avLst>
                <a:gd name="adj1" fmla="val 44955"/>
                <a:gd name="adj2" fmla="val 0"/>
              </a:avLst>
            </a:prstGeom>
            <a:gradFill>
              <a:gsLst>
                <a:gs pos="0">
                  <a:srgbClr val="FFA64D"/>
                </a:gs>
                <a:gs pos="100000">
                  <a:srgbClr val="FFBC4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114300" dist="38100" dir="3720000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95;p49">
              <a:extLst>
                <a:ext uri="{FF2B5EF4-FFF2-40B4-BE49-F238E27FC236}">
                  <a16:creationId xmlns:a16="http://schemas.microsoft.com/office/drawing/2014/main" id="{DA6C3DCA-4347-36D8-6FE2-1B66242A1841}"/>
                </a:ext>
              </a:extLst>
            </p:cNvPr>
            <p:cNvSpPr/>
            <p:nvPr/>
          </p:nvSpPr>
          <p:spPr>
            <a:xfrm>
              <a:off x="6606475" y="2008050"/>
              <a:ext cx="65400" cy="65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80893B8F-2999-E615-33B1-D626641E72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65235" y="1452854"/>
            <a:ext cx="1951156" cy="11934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ECD9D75-786D-27A0-5CB0-CE19F5E275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89720" y="1452854"/>
            <a:ext cx="1911864" cy="119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60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9">
          <a:extLst>
            <a:ext uri="{FF2B5EF4-FFF2-40B4-BE49-F238E27FC236}">
              <a16:creationId xmlns:a16="http://schemas.microsoft.com/office/drawing/2014/main" id="{BD3C8BA0-22E3-FA64-A909-FAAA888D7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0" name="Google Shape;1580;p72">
            <a:extLst>
              <a:ext uri="{FF2B5EF4-FFF2-40B4-BE49-F238E27FC236}">
                <a16:creationId xmlns:a16="http://schemas.microsoft.com/office/drawing/2014/main" id="{E9E0BB79-3D30-E3B9-E9BD-2C302C97D1A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573750" y="1240450"/>
            <a:ext cx="3903048" cy="3903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81" name="Google Shape;1581;p72">
            <a:extLst>
              <a:ext uri="{FF2B5EF4-FFF2-40B4-BE49-F238E27FC236}">
                <a16:creationId xmlns:a16="http://schemas.microsoft.com/office/drawing/2014/main" id="{D6E32720-C6EF-7BE8-733F-CA13DEA92038}"/>
              </a:ext>
            </a:extLst>
          </p:cNvPr>
          <p:cNvSpPr/>
          <p:nvPr/>
        </p:nvSpPr>
        <p:spPr>
          <a:xfrm rot="466" flipH="1">
            <a:off x="5417798" y="4406076"/>
            <a:ext cx="2214900" cy="441900"/>
          </a:xfrm>
          <a:prstGeom prst="ellipse">
            <a:avLst/>
          </a:prstGeom>
          <a:solidFill>
            <a:srgbClr val="2C5166">
              <a:alpha val="5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2" name="Google Shape;1582;p72">
            <a:extLst>
              <a:ext uri="{FF2B5EF4-FFF2-40B4-BE49-F238E27FC236}">
                <a16:creationId xmlns:a16="http://schemas.microsoft.com/office/drawing/2014/main" id="{81E8A22D-BA98-D134-1C36-4D38B345D3AB}"/>
              </a:ext>
            </a:extLst>
          </p:cNvPr>
          <p:cNvSpPr/>
          <p:nvPr/>
        </p:nvSpPr>
        <p:spPr>
          <a:xfrm>
            <a:off x="778900" y="2746875"/>
            <a:ext cx="3470400" cy="5493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A64D"/>
              </a:gs>
              <a:gs pos="100000">
                <a:srgbClr val="FFBC4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57150" dist="19050" dir="5400000" algn="bl" rotWithShape="0">
              <a:srgbClr val="2C5166">
                <a:alpha val="3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3" name="Google Shape;1583;p72">
            <a:extLst>
              <a:ext uri="{FF2B5EF4-FFF2-40B4-BE49-F238E27FC236}">
                <a16:creationId xmlns:a16="http://schemas.microsoft.com/office/drawing/2014/main" id="{DA39AB48-8DF2-532D-BA1C-15D1632543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46437" y="2047262"/>
            <a:ext cx="3470399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Thanks!!!</a:t>
            </a:r>
            <a:endParaRPr dirty="0"/>
          </a:p>
        </p:txBody>
      </p:sp>
      <p:pic>
        <p:nvPicPr>
          <p:cNvPr id="1586" name="Google Shape;1586;p72">
            <a:extLst>
              <a:ext uri="{FF2B5EF4-FFF2-40B4-BE49-F238E27FC236}">
                <a16:creationId xmlns:a16="http://schemas.microsoft.com/office/drawing/2014/main" id="{943CAE23-5C61-1FD4-4FD1-E938A9F490B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82223" y="713525"/>
            <a:ext cx="3594574" cy="40212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6000"/>
              </a:srgbClr>
            </a:outerShdw>
          </a:effectLst>
        </p:spPr>
      </p:pic>
      <p:grpSp>
        <p:nvGrpSpPr>
          <p:cNvPr id="1587" name="Google Shape;1587;p72">
            <a:extLst>
              <a:ext uri="{FF2B5EF4-FFF2-40B4-BE49-F238E27FC236}">
                <a16:creationId xmlns:a16="http://schemas.microsoft.com/office/drawing/2014/main" id="{CC08C86B-8BBE-35EA-E207-3C33A293FC02}"/>
              </a:ext>
            </a:extLst>
          </p:cNvPr>
          <p:cNvGrpSpPr/>
          <p:nvPr/>
        </p:nvGrpSpPr>
        <p:grpSpPr>
          <a:xfrm flipH="1">
            <a:off x="4642450" y="1638200"/>
            <a:ext cx="3540725" cy="2293425"/>
            <a:chOff x="5568025" y="429450"/>
            <a:chExt cx="3540725" cy="2293425"/>
          </a:xfrm>
        </p:grpSpPr>
        <p:sp>
          <p:nvSpPr>
            <p:cNvPr id="1588" name="Google Shape;1588;p72">
              <a:extLst>
                <a:ext uri="{FF2B5EF4-FFF2-40B4-BE49-F238E27FC236}">
                  <a16:creationId xmlns:a16="http://schemas.microsoft.com/office/drawing/2014/main" id="{9638314A-C8C1-7D18-3203-49A1184F6D1B}"/>
                </a:ext>
              </a:extLst>
            </p:cNvPr>
            <p:cNvSpPr/>
            <p:nvPr/>
          </p:nvSpPr>
          <p:spPr>
            <a:xfrm>
              <a:off x="8778650" y="4294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72">
              <a:extLst>
                <a:ext uri="{FF2B5EF4-FFF2-40B4-BE49-F238E27FC236}">
                  <a16:creationId xmlns:a16="http://schemas.microsoft.com/office/drawing/2014/main" id="{CCE6A21F-42CE-F944-4D0D-C79A6CFFD0C2}"/>
                </a:ext>
              </a:extLst>
            </p:cNvPr>
            <p:cNvSpPr/>
            <p:nvPr/>
          </p:nvSpPr>
          <p:spPr>
            <a:xfrm>
              <a:off x="6127850" y="8632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72">
              <a:extLst>
                <a:ext uri="{FF2B5EF4-FFF2-40B4-BE49-F238E27FC236}">
                  <a16:creationId xmlns:a16="http://schemas.microsoft.com/office/drawing/2014/main" id="{C884661A-A799-D612-253B-8B5FC9AC1E05}"/>
                </a:ext>
              </a:extLst>
            </p:cNvPr>
            <p:cNvSpPr/>
            <p:nvPr/>
          </p:nvSpPr>
          <p:spPr>
            <a:xfrm>
              <a:off x="5977550" y="71290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72">
              <a:extLst>
                <a:ext uri="{FF2B5EF4-FFF2-40B4-BE49-F238E27FC236}">
                  <a16:creationId xmlns:a16="http://schemas.microsoft.com/office/drawing/2014/main" id="{6191672C-AFDA-F4E2-85B1-2EA4FF3960F6}"/>
                </a:ext>
              </a:extLst>
            </p:cNvPr>
            <p:cNvSpPr/>
            <p:nvPr/>
          </p:nvSpPr>
          <p:spPr>
            <a:xfrm>
              <a:off x="5568025" y="1465613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72">
              <a:extLst>
                <a:ext uri="{FF2B5EF4-FFF2-40B4-BE49-F238E27FC236}">
                  <a16:creationId xmlns:a16="http://schemas.microsoft.com/office/drawing/2014/main" id="{A9843400-9330-A5E1-D1E3-B88097535D6D}"/>
                </a:ext>
              </a:extLst>
            </p:cNvPr>
            <p:cNvSpPr/>
            <p:nvPr/>
          </p:nvSpPr>
          <p:spPr>
            <a:xfrm>
              <a:off x="8805000" y="257257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72">
              <a:extLst>
                <a:ext uri="{FF2B5EF4-FFF2-40B4-BE49-F238E27FC236}">
                  <a16:creationId xmlns:a16="http://schemas.microsoft.com/office/drawing/2014/main" id="{DA501A26-75A4-C79B-40CB-47D623981A7E}"/>
                </a:ext>
              </a:extLst>
            </p:cNvPr>
            <p:cNvSpPr/>
            <p:nvPr/>
          </p:nvSpPr>
          <p:spPr>
            <a:xfrm>
              <a:off x="6160875" y="602350"/>
              <a:ext cx="221100" cy="2211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72">
              <a:extLst>
                <a:ext uri="{FF2B5EF4-FFF2-40B4-BE49-F238E27FC236}">
                  <a16:creationId xmlns:a16="http://schemas.microsoft.com/office/drawing/2014/main" id="{1E5ADC06-2DF5-457D-A79A-9A18EE5BE3C6}"/>
                </a:ext>
              </a:extLst>
            </p:cNvPr>
            <p:cNvSpPr/>
            <p:nvPr/>
          </p:nvSpPr>
          <p:spPr>
            <a:xfrm>
              <a:off x="8958450" y="637750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72">
              <a:extLst>
                <a:ext uri="{FF2B5EF4-FFF2-40B4-BE49-F238E27FC236}">
                  <a16:creationId xmlns:a16="http://schemas.microsoft.com/office/drawing/2014/main" id="{013B3923-E212-4BAF-D64F-2735D2BE3C0B}"/>
                </a:ext>
              </a:extLst>
            </p:cNvPr>
            <p:cNvSpPr/>
            <p:nvPr/>
          </p:nvSpPr>
          <p:spPr>
            <a:xfrm>
              <a:off x="8037475" y="781425"/>
              <a:ext cx="150300" cy="1503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rgbClr val="F3F3F3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Google Shape;2208;p83">
            <a:extLst>
              <a:ext uri="{FF2B5EF4-FFF2-40B4-BE49-F238E27FC236}">
                <a16:creationId xmlns:a16="http://schemas.microsoft.com/office/drawing/2014/main" id="{BB47448C-B139-CFE6-E6C5-50A1497E3174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64" y="1799670"/>
            <a:ext cx="1447400" cy="239874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1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4731363"/>
      </p:ext>
    </p:extLst>
  </p:cSld>
  <p:clrMapOvr>
    <a:masterClrMapping/>
  </p:clrMapOvr>
</p:sld>
</file>

<file path=ppt/theme/theme1.xml><?xml version="1.0" encoding="utf-8"?>
<a:theme xmlns:a="http://schemas.openxmlformats.org/drawingml/2006/main" name="3D Characters Consulting Toolkit by Slidesgo">
  <a:themeElements>
    <a:clrScheme name="Simple Light">
      <a:dk1>
        <a:srgbClr val="2C5166"/>
      </a:dk1>
      <a:lt1>
        <a:srgbClr val="FFFFFF"/>
      </a:lt1>
      <a:dk2>
        <a:srgbClr val="FFD68A"/>
      </a:dk2>
      <a:lt2>
        <a:srgbClr val="FFBC40"/>
      </a:lt2>
      <a:accent1>
        <a:srgbClr val="DB571A"/>
      </a:accent1>
      <a:accent2>
        <a:srgbClr val="FFA64D"/>
      </a:accent2>
      <a:accent3>
        <a:srgbClr val="77A9C0"/>
      </a:accent3>
      <a:accent4>
        <a:srgbClr val="F3F3F3"/>
      </a:accent4>
      <a:accent5>
        <a:srgbClr val="D9D9D9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</TotalTime>
  <Words>274</Words>
  <Application>Microsoft Office PowerPoint</Application>
  <PresentationFormat>On-screen Show (16:9)</PresentationFormat>
  <Paragraphs>73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Candal</vt:lpstr>
      <vt:lpstr>Inter</vt:lpstr>
      <vt:lpstr>Arial</vt:lpstr>
      <vt:lpstr>3D Characters Consulting Toolkit by Slidesgo</vt:lpstr>
      <vt:lpstr>DoConnect</vt:lpstr>
      <vt:lpstr>Table of contents</vt:lpstr>
      <vt:lpstr>Introduction</vt:lpstr>
      <vt:lpstr>Introduction</vt:lpstr>
      <vt:lpstr>ER Diagram</vt:lpstr>
      <vt:lpstr>ER Diagram Sheet</vt:lpstr>
      <vt:lpstr>SRS</vt:lpstr>
      <vt:lpstr>Software Requirement Specification</vt:lpstr>
      <vt:lpstr>Process Logic </vt:lpstr>
      <vt:lpstr>Process  Logic</vt:lpstr>
      <vt:lpstr>DFD</vt:lpstr>
      <vt:lpstr>DFD Sheet</vt:lpstr>
      <vt:lpstr>DFD Sheet</vt:lpstr>
      <vt:lpstr>UI Interface  </vt:lpstr>
      <vt:lpstr>Interface Sheet</vt:lpstr>
      <vt:lpstr>Interface Sheet</vt:lpstr>
      <vt:lpstr>Interface Sheet</vt:lpstr>
      <vt:lpstr>Thanks!!!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Abhay Rana</dc:creator>
  <cp:lastModifiedBy>Abhay Rana</cp:lastModifiedBy>
  <cp:revision>20</cp:revision>
  <dcterms:modified xsi:type="dcterms:W3CDTF">2025-09-07T07:47:30Z</dcterms:modified>
</cp:coreProperties>
</file>